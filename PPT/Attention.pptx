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311" r:id="rId3"/>
    <p:sldId id="337" r:id="rId4"/>
    <p:sldId id="338" r:id="rId5"/>
    <p:sldId id="340" r:id="rId6"/>
    <p:sldId id="341" r:id="rId7"/>
    <p:sldId id="342" r:id="rId8"/>
    <p:sldId id="344" r:id="rId9"/>
    <p:sldId id="345" r:id="rId10"/>
    <p:sldId id="346" r:id="rId11"/>
    <p:sldId id="343" r:id="rId12"/>
    <p:sldId id="347" r:id="rId13"/>
    <p:sldId id="348" r:id="rId14"/>
    <p:sldId id="349" r:id="rId15"/>
    <p:sldId id="350" r:id="rId16"/>
    <p:sldId id="35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04"/>
    <p:restoredTop sz="85847"/>
  </p:normalViewPr>
  <p:slideViewPr>
    <p:cSldViewPr snapToGrid="0">
      <p:cViewPr>
        <p:scale>
          <a:sx n="100" d="100"/>
          <a:sy n="100" d="100"/>
        </p:scale>
        <p:origin x="-2624" y="-408"/>
      </p:cViewPr>
      <p:guideLst>
        <p:guide orient="horz" pos="2160"/>
        <p:guide pos="3840"/>
      </p:guideLst>
    </p:cSldViewPr>
  </p:slideViewPr>
  <p:outlineViewPr>
    <p:cViewPr>
      <p:scale>
        <a:sx n="33" d="100"/>
        <a:sy n="33" d="100"/>
      </p:scale>
      <p:origin x="0" y="-312"/>
    </p:cViewPr>
  </p:outlineViewPr>
  <p:notesTextViewPr>
    <p:cViewPr>
      <p:scale>
        <a:sx n="1" d="1"/>
        <a:sy n="1" d="1"/>
      </p:scale>
      <p:origin x="0" y="-60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AA1ACA-B3B5-2C4B-9EDA-C0BA6CE5D44C}" type="datetimeFigureOut">
              <a:rPr lang="en-GB" smtClean="0"/>
              <a:t>17/02/2025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F5B79-958C-7D41-A64D-F75AF3759245}" type="slidenum">
              <a:rPr lang="en-GB" smtClean="0"/>
              <a:t>‹N°›</a:t>
            </a:fld>
            <a:endParaRPr lang="en-GB"/>
          </a:p>
        </p:txBody>
      </p:sp>
    </p:spTree>
    <p:extLst>
      <p:ext uri="{BB962C8B-B14F-4D97-AF65-F5344CB8AC3E}">
        <p14:creationId xmlns:p14="http://schemas.microsoft.com/office/powerpoint/2010/main" val="3709423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noProof="0" dirty="0"/>
              <a:t>Traitement automatique du </a:t>
            </a:r>
            <a:r>
              <a:rPr lang="fr-FR" noProof="0" dirty="0" err="1"/>
              <a:t>language</a:t>
            </a:r>
            <a:r>
              <a:rPr lang="fr-FR" noProof="0" dirty="0"/>
              <a:t> naturel</a:t>
            </a:r>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1</a:t>
            </a:fld>
            <a:endParaRPr lang="en-GB"/>
          </a:p>
        </p:txBody>
      </p:sp>
    </p:spTree>
    <p:extLst>
      <p:ext uri="{BB962C8B-B14F-4D97-AF65-F5344CB8AC3E}">
        <p14:creationId xmlns:p14="http://schemas.microsoft.com/office/powerpoint/2010/main" val="689186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1A0F5B79-958C-7D41-A64D-F75AF3759245}" type="slidenum">
              <a:rPr lang="en-GB" smtClean="0"/>
              <a:t>2</a:t>
            </a:fld>
            <a:endParaRPr lang="en-GB"/>
          </a:p>
        </p:txBody>
      </p:sp>
    </p:spTree>
    <p:extLst>
      <p:ext uri="{BB962C8B-B14F-4D97-AF65-F5344CB8AC3E}">
        <p14:creationId xmlns:p14="http://schemas.microsoft.com/office/powerpoint/2010/main" val="3848517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DF352-A8BF-378A-6346-D1D5464357D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7B4204-B0D6-51ED-B9A2-9704ABA9231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CB18419-499C-1B50-B93D-D5A411A2FF5E}"/>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AE48B6A-78E2-DFC0-13B6-370B3B3BFA97}"/>
              </a:ext>
            </a:extLst>
          </p:cNvPr>
          <p:cNvSpPr>
            <a:spLocks noGrp="1"/>
          </p:cNvSpPr>
          <p:nvPr>
            <p:ph type="sldNum" sz="quarter" idx="5"/>
          </p:nvPr>
        </p:nvSpPr>
        <p:spPr/>
        <p:txBody>
          <a:bodyPr/>
          <a:lstStyle/>
          <a:p>
            <a:fld id="{1A0F5B79-958C-7D41-A64D-F75AF3759245}" type="slidenum">
              <a:rPr lang="en-GB" smtClean="0"/>
              <a:t>3</a:t>
            </a:fld>
            <a:endParaRPr lang="en-GB"/>
          </a:p>
        </p:txBody>
      </p:sp>
    </p:spTree>
    <p:extLst>
      <p:ext uri="{BB962C8B-B14F-4D97-AF65-F5344CB8AC3E}">
        <p14:creationId xmlns:p14="http://schemas.microsoft.com/office/powerpoint/2010/main" val="3308762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3E6B-14E9-3BEB-34B4-59FB004CE8B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84A2459-BF74-3393-1614-6BB35FAC89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598E28F-6442-C1BC-10B2-E0429AA2351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C3A1D73-DD09-0FE4-7483-808F8055C076}"/>
              </a:ext>
            </a:extLst>
          </p:cNvPr>
          <p:cNvSpPr>
            <a:spLocks noGrp="1"/>
          </p:cNvSpPr>
          <p:nvPr>
            <p:ph type="sldNum" sz="quarter" idx="5"/>
          </p:nvPr>
        </p:nvSpPr>
        <p:spPr/>
        <p:txBody>
          <a:bodyPr/>
          <a:lstStyle/>
          <a:p>
            <a:fld id="{1A0F5B79-958C-7D41-A64D-F75AF3759245}" type="slidenum">
              <a:rPr lang="en-GB" smtClean="0"/>
              <a:t>4</a:t>
            </a:fld>
            <a:endParaRPr lang="en-GB"/>
          </a:p>
        </p:txBody>
      </p:sp>
    </p:spTree>
    <p:extLst>
      <p:ext uri="{BB962C8B-B14F-4D97-AF65-F5344CB8AC3E}">
        <p14:creationId xmlns:p14="http://schemas.microsoft.com/office/powerpoint/2010/main" val="1001283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C5B0B-EEED-4BE4-8045-530DC61C99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0B2776-597C-C3AA-9E89-DD83DEB5B1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21E224-ECC0-D6EC-F0EF-9363F36E891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D8D842F-9903-A5F8-28EF-978315DAF6D0}"/>
              </a:ext>
            </a:extLst>
          </p:cNvPr>
          <p:cNvSpPr>
            <a:spLocks noGrp="1"/>
          </p:cNvSpPr>
          <p:nvPr>
            <p:ph type="sldNum" sz="quarter" idx="5"/>
          </p:nvPr>
        </p:nvSpPr>
        <p:spPr/>
        <p:txBody>
          <a:bodyPr/>
          <a:lstStyle/>
          <a:p>
            <a:fld id="{1A0F5B79-958C-7D41-A64D-F75AF3759245}" type="slidenum">
              <a:rPr lang="en-GB" smtClean="0"/>
              <a:t>5</a:t>
            </a:fld>
            <a:endParaRPr lang="en-GB"/>
          </a:p>
        </p:txBody>
      </p:sp>
    </p:spTree>
    <p:extLst>
      <p:ext uri="{BB962C8B-B14F-4D97-AF65-F5344CB8AC3E}">
        <p14:creationId xmlns:p14="http://schemas.microsoft.com/office/powerpoint/2010/main" val="4166490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B25C-7AF6-E24C-736C-F5DBDD3DF9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F039F9-C8CC-5C8B-E178-59E8338AAA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CCDBB0-92B1-68B4-C837-741AF1B44BE6}"/>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45693A2-DB9D-86C3-AAC3-56B1998EA83D}"/>
              </a:ext>
            </a:extLst>
          </p:cNvPr>
          <p:cNvSpPr>
            <a:spLocks noGrp="1"/>
          </p:cNvSpPr>
          <p:nvPr>
            <p:ph type="sldNum" sz="quarter" idx="5"/>
          </p:nvPr>
        </p:nvSpPr>
        <p:spPr/>
        <p:txBody>
          <a:bodyPr/>
          <a:lstStyle/>
          <a:p>
            <a:fld id="{1A0F5B79-958C-7D41-A64D-F75AF3759245}" type="slidenum">
              <a:rPr lang="en-GB" smtClean="0"/>
              <a:t>6</a:t>
            </a:fld>
            <a:endParaRPr lang="en-GB"/>
          </a:p>
        </p:txBody>
      </p:sp>
    </p:spTree>
    <p:extLst>
      <p:ext uri="{BB962C8B-B14F-4D97-AF65-F5344CB8AC3E}">
        <p14:creationId xmlns:p14="http://schemas.microsoft.com/office/powerpoint/2010/main" val="3414095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8F096-8859-DC15-75EA-3D140440DE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050994A-4EF9-1A9C-2B23-7E60E0B5C0B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85A4CD5-F5D9-49C5-08B1-2CF069A8132D}"/>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5313E9A-496E-9BAA-DC71-CEFBA36665E8}"/>
              </a:ext>
            </a:extLst>
          </p:cNvPr>
          <p:cNvSpPr>
            <a:spLocks noGrp="1"/>
          </p:cNvSpPr>
          <p:nvPr>
            <p:ph type="sldNum" sz="quarter" idx="5"/>
          </p:nvPr>
        </p:nvSpPr>
        <p:spPr/>
        <p:txBody>
          <a:bodyPr/>
          <a:lstStyle/>
          <a:p>
            <a:fld id="{1A0F5B79-958C-7D41-A64D-F75AF3759245}" type="slidenum">
              <a:rPr lang="en-GB" smtClean="0"/>
              <a:t>7</a:t>
            </a:fld>
            <a:endParaRPr lang="en-GB"/>
          </a:p>
        </p:txBody>
      </p:sp>
    </p:spTree>
    <p:extLst>
      <p:ext uri="{BB962C8B-B14F-4D97-AF65-F5344CB8AC3E}">
        <p14:creationId xmlns:p14="http://schemas.microsoft.com/office/powerpoint/2010/main" val="281836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DE83-3324-43A4-8D8E-FD9F71DACB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D34C059-2158-A3A5-EE38-073720BA7B3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4879A0-D631-C605-CCC8-E8E30B16DDD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2AB2D70-0A56-E697-4477-FA510E508D3F}"/>
              </a:ext>
            </a:extLst>
          </p:cNvPr>
          <p:cNvSpPr>
            <a:spLocks noGrp="1"/>
          </p:cNvSpPr>
          <p:nvPr>
            <p:ph type="sldNum" sz="quarter" idx="5"/>
          </p:nvPr>
        </p:nvSpPr>
        <p:spPr/>
        <p:txBody>
          <a:bodyPr/>
          <a:lstStyle/>
          <a:p>
            <a:fld id="{1A0F5B79-958C-7D41-A64D-F75AF3759245}" type="slidenum">
              <a:rPr lang="en-GB" smtClean="0"/>
              <a:t>8</a:t>
            </a:fld>
            <a:endParaRPr lang="en-GB"/>
          </a:p>
        </p:txBody>
      </p:sp>
    </p:spTree>
    <p:extLst>
      <p:ext uri="{BB962C8B-B14F-4D97-AF65-F5344CB8AC3E}">
        <p14:creationId xmlns:p14="http://schemas.microsoft.com/office/powerpoint/2010/main" val="3182163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46B53-8B6B-F67F-5A84-3FF773DF5C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A06C9E-BE27-E49D-A87C-59D7DE5CBD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33E5315-18CE-CE92-C040-A6736F2A856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EBBCE6E-929C-68EB-DFF3-1DDDC70FC0F5}"/>
              </a:ext>
            </a:extLst>
          </p:cNvPr>
          <p:cNvSpPr>
            <a:spLocks noGrp="1"/>
          </p:cNvSpPr>
          <p:nvPr>
            <p:ph type="sldNum" sz="quarter" idx="5"/>
          </p:nvPr>
        </p:nvSpPr>
        <p:spPr/>
        <p:txBody>
          <a:bodyPr/>
          <a:lstStyle/>
          <a:p>
            <a:fld id="{1A0F5B79-958C-7D41-A64D-F75AF3759245}" type="slidenum">
              <a:rPr lang="en-GB" smtClean="0"/>
              <a:t>9</a:t>
            </a:fld>
            <a:endParaRPr lang="en-GB"/>
          </a:p>
        </p:txBody>
      </p:sp>
    </p:spTree>
    <p:extLst>
      <p:ext uri="{BB962C8B-B14F-4D97-AF65-F5344CB8AC3E}">
        <p14:creationId xmlns:p14="http://schemas.microsoft.com/office/powerpoint/2010/main" val="3305931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0DB4-98AE-3B5E-BDF7-4E565083D9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B63FC0-F02B-583A-5DC1-070B701873E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69258BE-2995-45EE-37DC-B492808C2C3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3E1DE49-1D00-D2F7-DC2B-5565EE33A24C}"/>
              </a:ext>
            </a:extLst>
          </p:cNvPr>
          <p:cNvSpPr>
            <a:spLocks noGrp="1"/>
          </p:cNvSpPr>
          <p:nvPr>
            <p:ph type="sldNum" sz="quarter" idx="5"/>
          </p:nvPr>
        </p:nvSpPr>
        <p:spPr/>
        <p:txBody>
          <a:bodyPr/>
          <a:lstStyle/>
          <a:p>
            <a:fld id="{1A0F5B79-958C-7D41-A64D-F75AF3759245}" type="slidenum">
              <a:rPr lang="en-GB" smtClean="0"/>
              <a:t>10</a:t>
            </a:fld>
            <a:endParaRPr lang="en-GB"/>
          </a:p>
        </p:txBody>
      </p:sp>
    </p:spTree>
    <p:extLst>
      <p:ext uri="{BB962C8B-B14F-4D97-AF65-F5344CB8AC3E}">
        <p14:creationId xmlns:p14="http://schemas.microsoft.com/office/powerpoint/2010/main" val="3518398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E31B-6B21-140A-F904-977693E5BA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1C755A-20FE-BC06-0833-00605C219B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FBBF04-9C4A-8C36-C3B5-D8A8054F6BF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395E0FCD-AFD8-C510-7075-AC9025E16C7E}"/>
              </a:ext>
            </a:extLst>
          </p:cNvPr>
          <p:cNvSpPr>
            <a:spLocks noGrp="1"/>
          </p:cNvSpPr>
          <p:nvPr>
            <p:ph type="sldNum" sz="quarter" idx="5"/>
          </p:nvPr>
        </p:nvSpPr>
        <p:spPr/>
        <p:txBody>
          <a:bodyPr/>
          <a:lstStyle/>
          <a:p>
            <a:fld id="{1A0F5B79-958C-7D41-A64D-F75AF3759245}" type="slidenum">
              <a:rPr lang="en-GB" smtClean="0"/>
              <a:t>11</a:t>
            </a:fld>
            <a:endParaRPr lang="en-GB"/>
          </a:p>
        </p:txBody>
      </p:sp>
    </p:spTree>
    <p:extLst>
      <p:ext uri="{BB962C8B-B14F-4D97-AF65-F5344CB8AC3E}">
        <p14:creationId xmlns:p14="http://schemas.microsoft.com/office/powerpoint/2010/main" val="1076773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26418-9A48-1E1E-5B22-26CBDB1A7A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8D0CA4-0F23-5455-F8C4-94C14421DB1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169AA3D-5E30-5F6E-DB1E-7FA0419A2475}"/>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E190534-A5A1-A731-CACB-25BC4E79D759}"/>
              </a:ext>
            </a:extLst>
          </p:cNvPr>
          <p:cNvSpPr>
            <a:spLocks noGrp="1"/>
          </p:cNvSpPr>
          <p:nvPr>
            <p:ph type="sldNum" sz="quarter" idx="5"/>
          </p:nvPr>
        </p:nvSpPr>
        <p:spPr/>
        <p:txBody>
          <a:bodyPr/>
          <a:lstStyle/>
          <a:p>
            <a:fld id="{1A0F5B79-958C-7D41-A64D-F75AF3759245}" type="slidenum">
              <a:rPr lang="en-GB" smtClean="0"/>
              <a:t>12</a:t>
            </a:fld>
            <a:endParaRPr lang="en-GB"/>
          </a:p>
        </p:txBody>
      </p:sp>
    </p:spTree>
    <p:extLst>
      <p:ext uri="{BB962C8B-B14F-4D97-AF65-F5344CB8AC3E}">
        <p14:creationId xmlns:p14="http://schemas.microsoft.com/office/powerpoint/2010/main" val="3527225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75B6-DB73-8E6E-74EE-9EA8360B7B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859C67-79BC-2E59-3E40-5897B820867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D8B492-D02E-CBCC-22C1-17F81948C44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33EE40A4-826E-35C9-0D66-1DA20F3CD198}"/>
              </a:ext>
            </a:extLst>
          </p:cNvPr>
          <p:cNvSpPr>
            <a:spLocks noGrp="1"/>
          </p:cNvSpPr>
          <p:nvPr>
            <p:ph type="sldNum" sz="quarter" idx="5"/>
          </p:nvPr>
        </p:nvSpPr>
        <p:spPr/>
        <p:txBody>
          <a:bodyPr/>
          <a:lstStyle/>
          <a:p>
            <a:fld id="{1A0F5B79-958C-7D41-A64D-F75AF3759245}" type="slidenum">
              <a:rPr lang="en-GB" smtClean="0"/>
              <a:t>13</a:t>
            </a:fld>
            <a:endParaRPr lang="en-GB"/>
          </a:p>
        </p:txBody>
      </p:sp>
    </p:spTree>
    <p:extLst>
      <p:ext uri="{BB962C8B-B14F-4D97-AF65-F5344CB8AC3E}">
        <p14:creationId xmlns:p14="http://schemas.microsoft.com/office/powerpoint/2010/main" val="2185849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3D62-929E-81A1-3E21-313C7131BB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2C3B63-4364-F021-C729-EAE71A7457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BF88622-7BE7-40C0-239D-5806BE027F2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6C5A1715-9A4E-E8A7-1901-215AF65C9028}"/>
              </a:ext>
            </a:extLst>
          </p:cNvPr>
          <p:cNvSpPr>
            <a:spLocks noGrp="1"/>
          </p:cNvSpPr>
          <p:nvPr>
            <p:ph type="sldNum" sz="quarter" idx="5"/>
          </p:nvPr>
        </p:nvSpPr>
        <p:spPr/>
        <p:txBody>
          <a:bodyPr/>
          <a:lstStyle/>
          <a:p>
            <a:fld id="{1A0F5B79-958C-7D41-A64D-F75AF3759245}" type="slidenum">
              <a:rPr lang="en-GB" smtClean="0"/>
              <a:t>14</a:t>
            </a:fld>
            <a:endParaRPr lang="en-GB"/>
          </a:p>
        </p:txBody>
      </p:sp>
    </p:spTree>
    <p:extLst>
      <p:ext uri="{BB962C8B-B14F-4D97-AF65-F5344CB8AC3E}">
        <p14:creationId xmlns:p14="http://schemas.microsoft.com/office/powerpoint/2010/main" val="3055955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D6ED-A37A-1DC8-C491-BFAD981A36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B0C8A8-5AD0-B88A-F7FB-19DF8EF8886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2B6793-B800-E467-C8B6-AE56C349436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6D9A1308-4D46-2F6E-C73F-1817598F15ED}"/>
              </a:ext>
            </a:extLst>
          </p:cNvPr>
          <p:cNvSpPr>
            <a:spLocks noGrp="1"/>
          </p:cNvSpPr>
          <p:nvPr>
            <p:ph type="sldNum" sz="quarter" idx="5"/>
          </p:nvPr>
        </p:nvSpPr>
        <p:spPr/>
        <p:txBody>
          <a:bodyPr/>
          <a:lstStyle/>
          <a:p>
            <a:fld id="{1A0F5B79-958C-7D41-A64D-F75AF3759245}" type="slidenum">
              <a:rPr lang="en-GB" smtClean="0"/>
              <a:t>15</a:t>
            </a:fld>
            <a:endParaRPr lang="en-GB"/>
          </a:p>
        </p:txBody>
      </p:sp>
    </p:spTree>
    <p:extLst>
      <p:ext uri="{BB962C8B-B14F-4D97-AF65-F5344CB8AC3E}">
        <p14:creationId xmlns:p14="http://schemas.microsoft.com/office/powerpoint/2010/main" val="195371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5288F-6877-640B-6462-0751BA0D5C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58DB85-4E1A-20AD-C690-147CC01FD7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7EB35E2-94AF-1A0D-1941-5FC740B251DA}"/>
              </a:ext>
            </a:extLst>
          </p:cNvPr>
          <p:cNvSpPr>
            <a:spLocks noGrp="1"/>
          </p:cNvSpPr>
          <p:nvPr>
            <p:ph type="body" idx="1"/>
          </p:nvPr>
        </p:nvSpPr>
        <p:spPr/>
        <p:txBody>
          <a:bodyPr/>
          <a:lstStyle/>
          <a:p>
            <a:r>
              <a:rPr lang="en-GB" dirty="0"/>
              <a:t>Attention mechanism:</a:t>
            </a:r>
          </a:p>
          <a:p>
            <a:r>
              <a:rPr lang="en-GB" dirty="0"/>
              <a:t>The decoder hidden state and each encoder state are used to create attention weights.</a:t>
            </a:r>
          </a:p>
          <a:p>
            <a:r>
              <a:rPr lang="en-GB" dirty="0"/>
              <a:t>These weights are used to create a context vector.</a:t>
            </a:r>
          </a:p>
          <a:p>
            <a:r>
              <a:rPr lang="en-GB" dirty="0"/>
              <a:t>The context vector is used to help generate the decoder next output.</a:t>
            </a:r>
          </a:p>
          <a:p>
            <a:r>
              <a:rPr lang="en-GB" dirty="0"/>
              <a:t>And the attention mechanism has trainable weights which </a:t>
            </a:r>
            <a:r>
              <a:rPr lang="en-GB" dirty="0" err="1"/>
              <a:t>allowws</a:t>
            </a:r>
            <a:r>
              <a:rPr lang="en-GB" dirty="0"/>
              <a:t> the model to learn</a:t>
            </a:r>
          </a:p>
          <a:p>
            <a:r>
              <a:rPr lang="en-GB"/>
              <a:t>which hidden states to pay more attention to based on the current decoder state.</a:t>
            </a:r>
            <a:endParaRPr lang="en-GB" dirty="0"/>
          </a:p>
        </p:txBody>
      </p:sp>
      <p:sp>
        <p:nvSpPr>
          <p:cNvPr id="4" name="Espace réservé du numéro de diapositive 3">
            <a:extLst>
              <a:ext uri="{FF2B5EF4-FFF2-40B4-BE49-F238E27FC236}">
                <a16:creationId xmlns:a16="http://schemas.microsoft.com/office/drawing/2014/main" id="{394567CD-C179-9383-29B1-4FB20C2C10DD}"/>
              </a:ext>
            </a:extLst>
          </p:cNvPr>
          <p:cNvSpPr>
            <a:spLocks noGrp="1"/>
          </p:cNvSpPr>
          <p:nvPr>
            <p:ph type="sldNum" sz="quarter" idx="5"/>
          </p:nvPr>
        </p:nvSpPr>
        <p:spPr/>
        <p:txBody>
          <a:bodyPr/>
          <a:lstStyle/>
          <a:p>
            <a:fld id="{1A0F5B79-958C-7D41-A64D-F75AF3759245}" type="slidenum">
              <a:rPr lang="en-GB" smtClean="0"/>
              <a:t>16</a:t>
            </a:fld>
            <a:endParaRPr lang="en-GB"/>
          </a:p>
        </p:txBody>
      </p:sp>
    </p:spTree>
    <p:extLst>
      <p:ext uri="{BB962C8B-B14F-4D97-AF65-F5344CB8AC3E}">
        <p14:creationId xmlns:p14="http://schemas.microsoft.com/office/powerpoint/2010/main" val="826041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638AB-AB44-4F44-785B-96931090D5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0C5BB094-185D-6C1F-E8E2-02C460A2E3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1E48E908-3F7D-BE66-1BAF-48AFA60EB8C5}"/>
              </a:ext>
            </a:extLst>
          </p:cNvPr>
          <p:cNvSpPr>
            <a:spLocks noGrp="1"/>
          </p:cNvSpPr>
          <p:nvPr>
            <p:ph type="dt" sz="half" idx="10"/>
          </p:nvPr>
        </p:nvSpPr>
        <p:spPr/>
        <p:txBody>
          <a:bodyPr/>
          <a:lstStyle/>
          <a:p>
            <a:fld id="{4EEB0C8F-8E33-7D4B-9DCF-7846A2EEA7BC}" type="datetime1">
              <a:rPr lang="fr-FR" smtClean="0"/>
              <a:t>17/02/2025</a:t>
            </a:fld>
            <a:endParaRPr lang="en-GB"/>
          </a:p>
        </p:txBody>
      </p:sp>
      <p:sp>
        <p:nvSpPr>
          <p:cNvPr id="5" name="Espace réservé du pied de page 4">
            <a:extLst>
              <a:ext uri="{FF2B5EF4-FFF2-40B4-BE49-F238E27FC236}">
                <a16:creationId xmlns:a16="http://schemas.microsoft.com/office/drawing/2014/main" id="{B2DB4057-F791-D7BB-5389-3187C8C9C4E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0D80D4BA-190C-14AF-E6BC-1AB74F44D964}"/>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21686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0FE821-2576-9651-58EC-D62A8C7CD07C}"/>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7E75DD06-FC64-CFC1-0A6C-ADC010106D4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A337CA26-36E2-1A7A-72F3-37DF3F808DBD}"/>
              </a:ext>
            </a:extLst>
          </p:cNvPr>
          <p:cNvSpPr>
            <a:spLocks noGrp="1"/>
          </p:cNvSpPr>
          <p:nvPr>
            <p:ph type="dt" sz="half" idx="10"/>
          </p:nvPr>
        </p:nvSpPr>
        <p:spPr/>
        <p:txBody>
          <a:bodyPr/>
          <a:lstStyle/>
          <a:p>
            <a:fld id="{224A5EB9-46A4-524F-A835-D669998F01A6}" type="datetime1">
              <a:rPr lang="fr-FR" smtClean="0"/>
              <a:t>17/02/2025</a:t>
            </a:fld>
            <a:endParaRPr lang="en-GB"/>
          </a:p>
        </p:txBody>
      </p:sp>
      <p:sp>
        <p:nvSpPr>
          <p:cNvPr id="5" name="Espace réservé du pied de page 4">
            <a:extLst>
              <a:ext uri="{FF2B5EF4-FFF2-40B4-BE49-F238E27FC236}">
                <a16:creationId xmlns:a16="http://schemas.microsoft.com/office/drawing/2014/main" id="{C7D1542E-D2D1-BB47-00D6-D9B1EF66DC51}"/>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BC2E8FE9-F73F-DD65-CDEE-D88E626E7C05}"/>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337086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BC490C-7B6A-CD7C-DA28-04CBFF384A9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200ED621-B471-72E9-02E2-0D472DEA44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A63065-521A-5DBC-71F4-DCF6E9D37E4A}"/>
              </a:ext>
            </a:extLst>
          </p:cNvPr>
          <p:cNvSpPr>
            <a:spLocks noGrp="1"/>
          </p:cNvSpPr>
          <p:nvPr>
            <p:ph type="dt" sz="half" idx="10"/>
          </p:nvPr>
        </p:nvSpPr>
        <p:spPr/>
        <p:txBody>
          <a:bodyPr/>
          <a:lstStyle/>
          <a:p>
            <a:fld id="{D5A256E9-F474-FE40-9628-98DEF26086B4}" type="datetime1">
              <a:rPr lang="fr-FR" smtClean="0"/>
              <a:t>17/02/2025</a:t>
            </a:fld>
            <a:endParaRPr lang="en-GB"/>
          </a:p>
        </p:txBody>
      </p:sp>
      <p:sp>
        <p:nvSpPr>
          <p:cNvPr id="5" name="Espace réservé du pied de page 4">
            <a:extLst>
              <a:ext uri="{FF2B5EF4-FFF2-40B4-BE49-F238E27FC236}">
                <a16:creationId xmlns:a16="http://schemas.microsoft.com/office/drawing/2014/main" id="{E2BED33D-F900-95F1-B4D5-F8803096C37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16D1837B-5DBE-E8E0-5F94-CA65E491E923}"/>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31273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40EB0C-2D6C-A35D-3E38-8EF35B11771B}"/>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D89E5493-B0AB-CE62-736C-951FD00FD5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CF308763-2A51-56FC-5374-D7A15ECCA0E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8AAFD73C-7D06-D51F-510A-3529CF77D3B1}"/>
              </a:ext>
            </a:extLst>
          </p:cNvPr>
          <p:cNvSpPr>
            <a:spLocks noGrp="1"/>
          </p:cNvSpPr>
          <p:nvPr>
            <p:ph type="dt" sz="half" idx="10"/>
          </p:nvPr>
        </p:nvSpPr>
        <p:spPr/>
        <p:txBody>
          <a:bodyPr/>
          <a:lstStyle/>
          <a:p>
            <a:fld id="{5A6A66BB-E4F9-CD47-978F-A29BA084C690}" type="datetime1">
              <a:rPr lang="fr-FR" smtClean="0"/>
              <a:t>17/02/2025</a:t>
            </a:fld>
            <a:endParaRPr lang="en-GB"/>
          </a:p>
        </p:txBody>
      </p:sp>
      <p:sp>
        <p:nvSpPr>
          <p:cNvPr id="6" name="Espace réservé du pied de page 5">
            <a:extLst>
              <a:ext uri="{FF2B5EF4-FFF2-40B4-BE49-F238E27FC236}">
                <a16:creationId xmlns:a16="http://schemas.microsoft.com/office/drawing/2014/main" id="{B2CBF3C5-04D3-9218-12FE-9DE02DDCD76C}"/>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AD4728E8-0E1D-7809-2E4D-ADCF6F1FFA4A}"/>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64571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54130B-9370-7883-0717-1BD68A38669A}"/>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6F848E4E-97DD-6C44-9961-5F656105D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3EF8ED9-7E68-987E-4801-4FCC154EA4C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3E617C08-B632-10ED-F514-3542580AE4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C8005FD-BB5C-7715-9BBB-4652B44B709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08748F56-F980-5498-B88A-57DB85FF4209}"/>
              </a:ext>
            </a:extLst>
          </p:cNvPr>
          <p:cNvSpPr>
            <a:spLocks noGrp="1"/>
          </p:cNvSpPr>
          <p:nvPr>
            <p:ph type="dt" sz="half" idx="10"/>
          </p:nvPr>
        </p:nvSpPr>
        <p:spPr/>
        <p:txBody>
          <a:bodyPr/>
          <a:lstStyle/>
          <a:p>
            <a:fld id="{E215135E-FA81-C949-BF84-217CF1FED30B}" type="datetime1">
              <a:rPr lang="fr-FR" smtClean="0"/>
              <a:t>17/02/2025</a:t>
            </a:fld>
            <a:endParaRPr lang="en-GB"/>
          </a:p>
        </p:txBody>
      </p:sp>
      <p:sp>
        <p:nvSpPr>
          <p:cNvPr id="8" name="Espace réservé du pied de page 7">
            <a:extLst>
              <a:ext uri="{FF2B5EF4-FFF2-40B4-BE49-F238E27FC236}">
                <a16:creationId xmlns:a16="http://schemas.microsoft.com/office/drawing/2014/main" id="{A54B50B6-47B3-6075-4EC2-36F65EA10531}"/>
              </a:ext>
            </a:extLst>
          </p:cNvPr>
          <p:cNvSpPr>
            <a:spLocks noGrp="1"/>
          </p:cNvSpPr>
          <p:nvPr>
            <p:ph type="ftr" sz="quarter" idx="11"/>
          </p:nvPr>
        </p:nvSpPr>
        <p:spPr/>
        <p:txBody>
          <a:bodyPr/>
          <a:lstStyle/>
          <a:p>
            <a:r>
              <a:rPr lang="en-GB"/>
              <a:t>Introduction to NLP. Author: David Thébault</a:t>
            </a:r>
          </a:p>
        </p:txBody>
      </p:sp>
      <p:sp>
        <p:nvSpPr>
          <p:cNvPr id="9" name="Espace réservé du numéro de diapositive 8">
            <a:extLst>
              <a:ext uri="{FF2B5EF4-FFF2-40B4-BE49-F238E27FC236}">
                <a16:creationId xmlns:a16="http://schemas.microsoft.com/office/drawing/2014/main" id="{825A3815-5467-2E89-3A5F-0BA78FAB352E}"/>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8639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DB8EC-5949-E9DB-81BD-1745DCE71D9B}"/>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F307A441-A698-1837-AC62-4D17978759CD}"/>
              </a:ext>
            </a:extLst>
          </p:cNvPr>
          <p:cNvSpPr>
            <a:spLocks noGrp="1"/>
          </p:cNvSpPr>
          <p:nvPr>
            <p:ph type="dt" sz="half" idx="10"/>
          </p:nvPr>
        </p:nvSpPr>
        <p:spPr/>
        <p:txBody>
          <a:bodyPr/>
          <a:lstStyle/>
          <a:p>
            <a:fld id="{CFA417FA-B0AE-A046-961D-49ACF96A1E38}" type="datetime1">
              <a:rPr lang="fr-FR" smtClean="0"/>
              <a:t>17/02/2025</a:t>
            </a:fld>
            <a:endParaRPr lang="en-GB"/>
          </a:p>
        </p:txBody>
      </p:sp>
      <p:sp>
        <p:nvSpPr>
          <p:cNvPr id="4" name="Espace réservé du pied de page 3">
            <a:extLst>
              <a:ext uri="{FF2B5EF4-FFF2-40B4-BE49-F238E27FC236}">
                <a16:creationId xmlns:a16="http://schemas.microsoft.com/office/drawing/2014/main" id="{10C7AD70-E50C-75FF-4C19-8242D66345BA}"/>
              </a:ext>
            </a:extLst>
          </p:cNvPr>
          <p:cNvSpPr>
            <a:spLocks noGrp="1"/>
          </p:cNvSpPr>
          <p:nvPr>
            <p:ph type="ftr" sz="quarter" idx="11"/>
          </p:nvPr>
        </p:nvSpPr>
        <p:spPr/>
        <p:txBody>
          <a:bodyPr/>
          <a:lstStyle/>
          <a:p>
            <a:r>
              <a:rPr lang="en-GB"/>
              <a:t>Introduction to NLP. Author: David Thébault</a:t>
            </a:r>
          </a:p>
        </p:txBody>
      </p:sp>
      <p:sp>
        <p:nvSpPr>
          <p:cNvPr id="5" name="Espace réservé du numéro de diapositive 4">
            <a:extLst>
              <a:ext uri="{FF2B5EF4-FFF2-40B4-BE49-F238E27FC236}">
                <a16:creationId xmlns:a16="http://schemas.microsoft.com/office/drawing/2014/main" id="{CDA152C5-28E3-1071-CEF8-84E9008454B7}"/>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525627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D017A14-40F9-6437-5261-222B51BEB281}"/>
              </a:ext>
            </a:extLst>
          </p:cNvPr>
          <p:cNvSpPr>
            <a:spLocks noGrp="1"/>
          </p:cNvSpPr>
          <p:nvPr>
            <p:ph type="dt" sz="half" idx="10"/>
          </p:nvPr>
        </p:nvSpPr>
        <p:spPr/>
        <p:txBody>
          <a:bodyPr/>
          <a:lstStyle/>
          <a:p>
            <a:fld id="{10E370DE-B107-C14C-8AC4-727633FCA810}" type="datetime1">
              <a:rPr lang="fr-FR" smtClean="0"/>
              <a:t>17/02/2025</a:t>
            </a:fld>
            <a:endParaRPr lang="en-GB"/>
          </a:p>
        </p:txBody>
      </p:sp>
      <p:sp>
        <p:nvSpPr>
          <p:cNvPr id="3" name="Espace réservé du pied de page 2">
            <a:extLst>
              <a:ext uri="{FF2B5EF4-FFF2-40B4-BE49-F238E27FC236}">
                <a16:creationId xmlns:a16="http://schemas.microsoft.com/office/drawing/2014/main" id="{01AAAE1D-5F91-D7B8-0C07-F57F37D24341}"/>
              </a:ext>
            </a:extLst>
          </p:cNvPr>
          <p:cNvSpPr>
            <a:spLocks noGrp="1"/>
          </p:cNvSpPr>
          <p:nvPr>
            <p:ph type="ftr" sz="quarter" idx="11"/>
          </p:nvPr>
        </p:nvSpPr>
        <p:spPr/>
        <p:txBody>
          <a:bodyPr/>
          <a:lstStyle/>
          <a:p>
            <a:r>
              <a:rPr lang="en-GB"/>
              <a:t>Introduction to NLP. Author: David Thébault</a:t>
            </a:r>
          </a:p>
        </p:txBody>
      </p:sp>
      <p:sp>
        <p:nvSpPr>
          <p:cNvPr id="4" name="Espace réservé du numéro de diapositive 3">
            <a:extLst>
              <a:ext uri="{FF2B5EF4-FFF2-40B4-BE49-F238E27FC236}">
                <a16:creationId xmlns:a16="http://schemas.microsoft.com/office/drawing/2014/main" id="{977FDAD7-2841-DE0C-052B-3685807265B3}"/>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2931550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7B945-B2F7-153C-3391-88D7C31A867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FC1A287C-1AD2-E80E-E53C-28DCFA7D6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7EB51E35-4073-D78F-44C5-C2143EB0DA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B7E06BC-CF7C-52F4-A947-C96A2BDBF062}"/>
              </a:ext>
            </a:extLst>
          </p:cNvPr>
          <p:cNvSpPr>
            <a:spLocks noGrp="1"/>
          </p:cNvSpPr>
          <p:nvPr>
            <p:ph type="dt" sz="half" idx="10"/>
          </p:nvPr>
        </p:nvSpPr>
        <p:spPr/>
        <p:txBody>
          <a:bodyPr/>
          <a:lstStyle/>
          <a:p>
            <a:fld id="{A3379A73-56E1-0847-98C6-1343EC2D8C39}" type="datetime1">
              <a:rPr lang="fr-FR" smtClean="0"/>
              <a:t>17/02/2025</a:t>
            </a:fld>
            <a:endParaRPr lang="en-GB"/>
          </a:p>
        </p:txBody>
      </p:sp>
      <p:sp>
        <p:nvSpPr>
          <p:cNvPr id="6" name="Espace réservé du pied de page 5">
            <a:extLst>
              <a:ext uri="{FF2B5EF4-FFF2-40B4-BE49-F238E27FC236}">
                <a16:creationId xmlns:a16="http://schemas.microsoft.com/office/drawing/2014/main" id="{8A7F41F4-A70C-6EAD-4A46-A5C287EC67ED}"/>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A076A87E-FA41-78D4-EC00-5D8998430220}"/>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335885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D0BC82-6D03-592A-0C8A-8804C8AD771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99859FD4-01A7-D155-B541-03EAFB59A9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46FF0AA2-CEED-722D-EC4B-68D1642CF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7F03BE-E420-E221-39C5-0519A77F4609}"/>
              </a:ext>
            </a:extLst>
          </p:cNvPr>
          <p:cNvSpPr>
            <a:spLocks noGrp="1"/>
          </p:cNvSpPr>
          <p:nvPr>
            <p:ph type="dt" sz="half" idx="10"/>
          </p:nvPr>
        </p:nvSpPr>
        <p:spPr/>
        <p:txBody>
          <a:bodyPr/>
          <a:lstStyle/>
          <a:p>
            <a:fld id="{11533398-1D35-6544-A2CC-10E1CFDB53BA}" type="datetime1">
              <a:rPr lang="fr-FR" smtClean="0"/>
              <a:t>17/02/2025</a:t>
            </a:fld>
            <a:endParaRPr lang="en-GB"/>
          </a:p>
        </p:txBody>
      </p:sp>
      <p:sp>
        <p:nvSpPr>
          <p:cNvPr id="6" name="Espace réservé du pied de page 5">
            <a:extLst>
              <a:ext uri="{FF2B5EF4-FFF2-40B4-BE49-F238E27FC236}">
                <a16:creationId xmlns:a16="http://schemas.microsoft.com/office/drawing/2014/main" id="{888752CD-3356-E07D-5257-BE3F6539A022}"/>
              </a:ext>
            </a:extLst>
          </p:cNvPr>
          <p:cNvSpPr>
            <a:spLocks noGrp="1"/>
          </p:cNvSpPr>
          <p:nvPr>
            <p:ph type="ftr" sz="quarter" idx="11"/>
          </p:nvPr>
        </p:nvSpPr>
        <p:spPr/>
        <p:txBody>
          <a:bodyPr/>
          <a:lstStyle/>
          <a:p>
            <a:r>
              <a:rPr lang="en-GB"/>
              <a:t>Introduction to NLP. Author: David Thébault</a:t>
            </a:r>
          </a:p>
        </p:txBody>
      </p:sp>
      <p:sp>
        <p:nvSpPr>
          <p:cNvPr id="7" name="Espace réservé du numéro de diapositive 6">
            <a:extLst>
              <a:ext uri="{FF2B5EF4-FFF2-40B4-BE49-F238E27FC236}">
                <a16:creationId xmlns:a16="http://schemas.microsoft.com/office/drawing/2014/main" id="{7E514820-E6C4-F3D4-EE8D-70ABD3B14BFB}"/>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40061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7F897-700C-3101-5C3C-72A9FF91DD62}"/>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C2882897-D3D4-C2D1-D319-9B718B03066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20AF124C-E111-5CC6-61AA-889BF1A47253}"/>
              </a:ext>
            </a:extLst>
          </p:cNvPr>
          <p:cNvSpPr>
            <a:spLocks noGrp="1"/>
          </p:cNvSpPr>
          <p:nvPr>
            <p:ph type="dt" sz="half" idx="10"/>
          </p:nvPr>
        </p:nvSpPr>
        <p:spPr/>
        <p:txBody>
          <a:bodyPr/>
          <a:lstStyle/>
          <a:p>
            <a:fld id="{A9A6B707-1D71-774A-9821-01A895ED4CA0}" type="datetime1">
              <a:rPr lang="fr-FR" smtClean="0"/>
              <a:t>17/02/2025</a:t>
            </a:fld>
            <a:endParaRPr lang="en-GB"/>
          </a:p>
        </p:txBody>
      </p:sp>
      <p:sp>
        <p:nvSpPr>
          <p:cNvPr id="5" name="Espace réservé du pied de page 4">
            <a:extLst>
              <a:ext uri="{FF2B5EF4-FFF2-40B4-BE49-F238E27FC236}">
                <a16:creationId xmlns:a16="http://schemas.microsoft.com/office/drawing/2014/main" id="{6FD92984-1579-FADD-F22D-588D62EB62D3}"/>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693F842A-D66B-0FA6-5EE0-CE72083FB918}"/>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1823431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D283032-C078-B82A-8633-A57C5B4CA375}"/>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9F5D9928-6925-D028-A1F6-4349D4D49A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E66365FF-1093-5263-CEC4-A966C0CA1EBD}"/>
              </a:ext>
            </a:extLst>
          </p:cNvPr>
          <p:cNvSpPr>
            <a:spLocks noGrp="1"/>
          </p:cNvSpPr>
          <p:nvPr>
            <p:ph type="dt" sz="half" idx="10"/>
          </p:nvPr>
        </p:nvSpPr>
        <p:spPr/>
        <p:txBody>
          <a:bodyPr/>
          <a:lstStyle/>
          <a:p>
            <a:fld id="{9EEFA1DB-9F39-7549-A1CF-7DB3AA086340}" type="datetime1">
              <a:rPr lang="fr-FR" smtClean="0"/>
              <a:t>17/02/2025</a:t>
            </a:fld>
            <a:endParaRPr lang="en-GB"/>
          </a:p>
        </p:txBody>
      </p:sp>
      <p:sp>
        <p:nvSpPr>
          <p:cNvPr id="5" name="Espace réservé du pied de page 4">
            <a:extLst>
              <a:ext uri="{FF2B5EF4-FFF2-40B4-BE49-F238E27FC236}">
                <a16:creationId xmlns:a16="http://schemas.microsoft.com/office/drawing/2014/main" id="{2569AAC2-C2B1-D84B-3DA1-7D3688A7E247}"/>
              </a:ext>
            </a:extLst>
          </p:cNvPr>
          <p:cNvSpPr>
            <a:spLocks noGrp="1"/>
          </p:cNvSpPr>
          <p:nvPr>
            <p:ph type="ftr" sz="quarter" idx="11"/>
          </p:nvPr>
        </p:nvSpPr>
        <p:spPr/>
        <p:txBody>
          <a:body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9791DF25-B577-4592-5552-5C6F2E8F06BA}"/>
              </a:ext>
            </a:extLst>
          </p:cNvPr>
          <p:cNvSpPr>
            <a:spLocks noGrp="1"/>
          </p:cNvSpPr>
          <p:nvPr>
            <p:ph type="sldNum" sz="quarter" idx="12"/>
          </p:nvPr>
        </p:nvSpPr>
        <p:spPr/>
        <p:txBody>
          <a:bodyPr/>
          <a:lstStyle/>
          <a:p>
            <a:fld id="{67E0816F-190A-DA4E-84D3-F6FF722C1D33}" type="slidenum">
              <a:rPr lang="en-GB" smtClean="0"/>
              <a:t>‹N°›</a:t>
            </a:fld>
            <a:endParaRPr lang="en-GB"/>
          </a:p>
        </p:txBody>
      </p:sp>
    </p:spTree>
    <p:extLst>
      <p:ext uri="{BB962C8B-B14F-4D97-AF65-F5344CB8AC3E}">
        <p14:creationId xmlns:p14="http://schemas.microsoft.com/office/powerpoint/2010/main" val="985072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8E99DA2-E800-51D7-232D-195A1643C9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E5CD912A-3146-AFCE-A9CC-E173D878B5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A64607F7-0DF0-ADD6-CDE4-5E54800580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F0546-0615-3E45-8C8A-078A7AEBEBD8}" type="datetime1">
              <a:rPr lang="fr-FR" smtClean="0"/>
              <a:t>17/02/2025</a:t>
            </a:fld>
            <a:endParaRPr lang="en-GB"/>
          </a:p>
        </p:txBody>
      </p:sp>
      <p:sp>
        <p:nvSpPr>
          <p:cNvPr id="5" name="Espace réservé du pied de page 4">
            <a:extLst>
              <a:ext uri="{FF2B5EF4-FFF2-40B4-BE49-F238E27FC236}">
                <a16:creationId xmlns:a16="http://schemas.microsoft.com/office/drawing/2014/main" id="{8A06EDC5-D7F4-E73D-0D3C-F995AEDFF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Introduction to NLP. Author: David Thébault</a:t>
            </a:r>
          </a:p>
        </p:txBody>
      </p:sp>
      <p:sp>
        <p:nvSpPr>
          <p:cNvPr id="6" name="Espace réservé du numéro de diapositive 5">
            <a:extLst>
              <a:ext uri="{FF2B5EF4-FFF2-40B4-BE49-F238E27FC236}">
                <a16:creationId xmlns:a16="http://schemas.microsoft.com/office/drawing/2014/main" id="{5F18EB3C-E203-29A4-64EE-1B7292D3A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E0816F-190A-DA4E-84D3-F6FF722C1D33}" type="slidenum">
              <a:rPr lang="en-GB" smtClean="0"/>
              <a:t>‹N°›</a:t>
            </a:fld>
            <a:endParaRPr lang="en-GB"/>
          </a:p>
        </p:txBody>
      </p:sp>
    </p:spTree>
    <p:extLst>
      <p:ext uri="{BB962C8B-B14F-4D97-AF65-F5344CB8AC3E}">
        <p14:creationId xmlns:p14="http://schemas.microsoft.com/office/powerpoint/2010/main" val="3457280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3.png"/><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17.png"/><Relationship Id="rId2" Type="http://schemas.openxmlformats.org/officeDocument/2006/relationships/notesSlide" Target="../notesSlides/notesSlide4.xml"/><Relationship Id="rId16"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5" Type="http://schemas.openxmlformats.org/officeDocument/2006/relationships/image" Target="../media/image2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5.xml"/><Relationship Id="rId16" Type="http://schemas.openxmlformats.org/officeDocument/2006/relationships/image" Target="../media/image26.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21.png"/><Relationship Id="rId5" Type="http://schemas.openxmlformats.org/officeDocument/2006/relationships/image" Target="../media/image3.png"/><Relationship Id="rId15" Type="http://schemas.openxmlformats.org/officeDocument/2006/relationships/image" Target="../media/image25.png"/><Relationship Id="rId10" Type="http://schemas.openxmlformats.org/officeDocument/2006/relationships/image" Target="../media/image8.png"/><Relationship Id="rId19"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3.png"/><Relationship Id="rId1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2.png"/><Relationship Id="rId17" Type="http://schemas.openxmlformats.org/officeDocument/2006/relationships/image" Target="../media/image32.png"/><Relationship Id="rId2" Type="http://schemas.openxmlformats.org/officeDocument/2006/relationships/notesSlide" Target="../notesSlides/notesSlide6.xml"/><Relationship Id="rId16" Type="http://schemas.openxmlformats.org/officeDocument/2006/relationships/image" Target="../media/image31.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25.png"/><Relationship Id="rId10" Type="http://schemas.openxmlformats.org/officeDocument/2006/relationships/image" Target="../media/image8.png"/><Relationship Id="rId19" Type="http://schemas.openxmlformats.org/officeDocument/2006/relationships/image" Target="../media/image34.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3.png"/><Relationship Id="rId18" Type="http://schemas.openxmlformats.org/officeDocument/2006/relationships/image" Target="../media/image38.png"/><Relationship Id="rId3" Type="http://schemas.openxmlformats.org/officeDocument/2006/relationships/image" Target="../media/image1.png"/><Relationship Id="rId21" Type="http://schemas.openxmlformats.org/officeDocument/2006/relationships/image" Target="../media/image41.png"/><Relationship Id="rId7" Type="http://schemas.openxmlformats.org/officeDocument/2006/relationships/image" Target="../media/image5.png"/><Relationship Id="rId12" Type="http://schemas.openxmlformats.org/officeDocument/2006/relationships/image" Target="../media/image22.png"/><Relationship Id="rId17" Type="http://schemas.openxmlformats.org/officeDocument/2006/relationships/image" Target="../media/image37.png"/><Relationship Id="rId2" Type="http://schemas.openxmlformats.org/officeDocument/2006/relationships/notesSlide" Target="../notesSlides/notesSlide7.xml"/><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35.png"/><Relationship Id="rId5" Type="http://schemas.openxmlformats.org/officeDocument/2006/relationships/image" Target="../media/image3.png"/><Relationship Id="rId15" Type="http://schemas.openxmlformats.org/officeDocument/2006/relationships/image" Target="../media/image25.png"/><Relationship Id="rId10" Type="http://schemas.openxmlformats.org/officeDocument/2006/relationships/image" Target="../media/image8.png"/><Relationship Id="rId19" Type="http://schemas.openxmlformats.org/officeDocument/2006/relationships/image" Target="../media/image39.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24.png"/><Relationship Id="rId22"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2.png"/><Relationship Id="rId18" Type="http://schemas.openxmlformats.org/officeDocument/2006/relationships/image" Target="../media/image37.png"/><Relationship Id="rId3" Type="http://schemas.openxmlformats.org/officeDocument/2006/relationships/image" Target="../media/image1.png"/><Relationship Id="rId21" Type="http://schemas.openxmlformats.org/officeDocument/2006/relationships/image" Target="../media/image40.png"/><Relationship Id="rId7" Type="http://schemas.openxmlformats.org/officeDocument/2006/relationships/image" Target="../media/image4.png"/><Relationship Id="rId12" Type="http://schemas.openxmlformats.org/officeDocument/2006/relationships/image" Target="../media/image43.png"/><Relationship Id="rId17" Type="http://schemas.openxmlformats.org/officeDocument/2006/relationships/image" Target="../media/image36.png"/><Relationship Id="rId2" Type="http://schemas.openxmlformats.org/officeDocument/2006/relationships/notesSlide" Target="../notesSlides/notesSlide8.xml"/><Relationship Id="rId16" Type="http://schemas.openxmlformats.org/officeDocument/2006/relationships/image" Target="../media/image25.png"/><Relationship Id="rId20"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42.png"/><Relationship Id="rId15" Type="http://schemas.openxmlformats.org/officeDocument/2006/relationships/image" Target="../media/image24.png"/><Relationship Id="rId23" Type="http://schemas.openxmlformats.org/officeDocument/2006/relationships/image" Target="../media/image45.svg"/><Relationship Id="rId10" Type="http://schemas.openxmlformats.org/officeDocument/2006/relationships/image" Target="../media/image7.png"/><Relationship Id="rId19" Type="http://schemas.openxmlformats.org/officeDocument/2006/relationships/image" Target="../media/image38.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23.png"/><Relationship Id="rId22" Type="http://schemas.openxmlformats.org/officeDocument/2006/relationships/image" Target="../media/image44.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3.png"/><Relationship Id="rId18" Type="http://schemas.openxmlformats.org/officeDocument/2006/relationships/image" Target="../media/image52.png"/><Relationship Id="rId26" Type="http://schemas.openxmlformats.org/officeDocument/2006/relationships/image" Target="../media/image58.png"/><Relationship Id="rId3" Type="http://schemas.openxmlformats.org/officeDocument/2006/relationships/image" Target="../media/image1.png"/><Relationship Id="rId21" Type="http://schemas.openxmlformats.org/officeDocument/2006/relationships/image" Target="../media/image55.png"/><Relationship Id="rId7" Type="http://schemas.openxmlformats.org/officeDocument/2006/relationships/image" Target="../media/image4.png"/><Relationship Id="rId12" Type="http://schemas.openxmlformats.org/officeDocument/2006/relationships/image" Target="../media/image47.png"/><Relationship Id="rId17" Type="http://schemas.openxmlformats.org/officeDocument/2006/relationships/image" Target="../media/image51.png"/><Relationship Id="rId25" Type="http://schemas.openxmlformats.org/officeDocument/2006/relationships/image" Target="../media/image57.png"/><Relationship Id="rId2" Type="http://schemas.openxmlformats.org/officeDocument/2006/relationships/notesSlide" Target="../notesSlides/notesSlide9.xml"/><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45.svg"/><Relationship Id="rId5" Type="http://schemas.openxmlformats.org/officeDocument/2006/relationships/image" Target="../media/image46.png"/><Relationship Id="rId15" Type="http://schemas.openxmlformats.org/officeDocument/2006/relationships/image" Target="../media/image49.png"/><Relationship Id="rId23" Type="http://schemas.openxmlformats.org/officeDocument/2006/relationships/image" Target="../media/image44.png"/><Relationship Id="rId28" Type="http://schemas.openxmlformats.org/officeDocument/2006/relationships/image" Target="../media/image60.png"/><Relationship Id="rId10" Type="http://schemas.openxmlformats.org/officeDocument/2006/relationships/image" Target="../media/image7.png"/><Relationship Id="rId19" Type="http://schemas.openxmlformats.org/officeDocument/2006/relationships/image" Target="../media/image53.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59.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3.png"/><Relationship Id="rId18" Type="http://schemas.openxmlformats.org/officeDocument/2006/relationships/image" Target="../media/image65.png"/><Relationship Id="rId26" Type="http://schemas.openxmlformats.org/officeDocument/2006/relationships/image" Target="../media/image58.png"/><Relationship Id="rId3" Type="http://schemas.openxmlformats.org/officeDocument/2006/relationships/image" Target="../media/image1.png"/><Relationship Id="rId21" Type="http://schemas.openxmlformats.org/officeDocument/2006/relationships/image" Target="../media/image68.png"/><Relationship Id="rId7" Type="http://schemas.openxmlformats.org/officeDocument/2006/relationships/image" Target="../media/image4.png"/><Relationship Id="rId17" Type="http://schemas.openxmlformats.org/officeDocument/2006/relationships/image" Target="../media/image64.png"/><Relationship Id="rId25" Type="http://schemas.openxmlformats.org/officeDocument/2006/relationships/image" Target="../media/image57.png"/><Relationship Id="rId2" Type="http://schemas.openxmlformats.org/officeDocument/2006/relationships/notesSlide" Target="../notesSlides/notesSlide10.xml"/><Relationship Id="rId16" Type="http://schemas.openxmlformats.org/officeDocument/2006/relationships/image" Target="../media/image63.png"/><Relationship Id="rId20" Type="http://schemas.openxmlformats.org/officeDocument/2006/relationships/image" Target="../media/image67.png"/><Relationship Id="rId29"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45.svg"/><Relationship Id="rId32" Type="http://schemas.openxmlformats.org/officeDocument/2006/relationships/image" Target="../media/image73.png"/><Relationship Id="rId5" Type="http://schemas.openxmlformats.org/officeDocument/2006/relationships/image" Target="../media/image46.png"/><Relationship Id="rId15" Type="http://schemas.openxmlformats.org/officeDocument/2006/relationships/image" Target="../media/image62.png"/><Relationship Id="rId23" Type="http://schemas.openxmlformats.org/officeDocument/2006/relationships/image" Target="../media/image44.png"/><Relationship Id="rId28" Type="http://schemas.openxmlformats.org/officeDocument/2006/relationships/image" Target="../media/image69.png"/><Relationship Id="rId10" Type="http://schemas.openxmlformats.org/officeDocument/2006/relationships/image" Target="../media/image7.png"/><Relationship Id="rId19" Type="http://schemas.openxmlformats.org/officeDocument/2006/relationships/image" Target="../media/image66.png"/><Relationship Id="rId31" Type="http://schemas.openxmlformats.org/officeDocument/2006/relationships/image" Target="../media/image72.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61.png"/><Relationship Id="rId22" Type="http://schemas.openxmlformats.org/officeDocument/2006/relationships/image" Target="../media/image56.png"/><Relationship Id="rId27" Type="http://schemas.openxmlformats.org/officeDocument/2006/relationships/image" Target="../media/image610.png"/><Relationship Id="rId30" Type="http://schemas.openxmlformats.org/officeDocument/2006/relationships/image" Target="../media/image71.png"/></Relationships>
</file>

<file path=ppt/slides/_rels/slide1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14.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 Type="http://schemas.openxmlformats.org/officeDocument/2006/relationships/image" Target="../media/image77.png"/><Relationship Id="rId21" Type="http://schemas.openxmlformats.org/officeDocument/2006/relationships/image" Target="../media/image95.png"/><Relationship Id="rId34" Type="http://schemas.openxmlformats.org/officeDocument/2006/relationships/image" Target="../media/image105.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2" Type="http://schemas.openxmlformats.org/officeDocument/2006/relationships/notesSlide" Target="../notesSlides/notesSlide14.xml"/><Relationship Id="rId16" Type="http://schemas.openxmlformats.org/officeDocument/2006/relationships/image" Target="../media/image90.png"/><Relationship Id="rId20" Type="http://schemas.openxmlformats.org/officeDocument/2006/relationships/image" Target="../media/image94.png"/><Relationship Id="rId29"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10" Type="http://schemas.openxmlformats.org/officeDocument/2006/relationships/image" Target="../media/image84.png"/><Relationship Id="rId19" Type="http://schemas.openxmlformats.org/officeDocument/2006/relationships/image" Target="../media/image93.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8" Type="http://schemas.openxmlformats.org/officeDocument/2006/relationships/image" Target="../media/image82.png"/></Relationships>
</file>

<file path=ppt/slides/_rels/slide15.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 Type="http://schemas.openxmlformats.org/officeDocument/2006/relationships/image" Target="../media/image77.png"/><Relationship Id="rId21" Type="http://schemas.openxmlformats.org/officeDocument/2006/relationships/image" Target="../media/image95.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5.png"/><Relationship Id="rId2" Type="http://schemas.openxmlformats.org/officeDocument/2006/relationships/notesSlide" Target="../notesSlides/notesSlide15.xml"/><Relationship Id="rId16" Type="http://schemas.openxmlformats.org/officeDocument/2006/relationships/image" Target="../media/image90.png"/><Relationship Id="rId20" Type="http://schemas.openxmlformats.org/officeDocument/2006/relationships/image" Target="../media/image94.png"/><Relationship Id="rId29"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10" Type="http://schemas.openxmlformats.org/officeDocument/2006/relationships/image" Target="../media/image84.png"/><Relationship Id="rId19" Type="http://schemas.openxmlformats.org/officeDocument/2006/relationships/image" Target="../media/image93.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s>
</file>

<file path=ppt/slides/_rels/slide1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 Type="http://schemas.openxmlformats.org/officeDocument/2006/relationships/image" Target="../media/image77.png"/><Relationship Id="rId21" Type="http://schemas.openxmlformats.org/officeDocument/2006/relationships/image" Target="../media/image95.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5.png"/><Relationship Id="rId2" Type="http://schemas.openxmlformats.org/officeDocument/2006/relationships/notesSlide" Target="../notesSlides/notesSlide16.xml"/><Relationship Id="rId16" Type="http://schemas.openxmlformats.org/officeDocument/2006/relationships/image" Target="../media/image90.png"/><Relationship Id="rId20" Type="http://schemas.openxmlformats.org/officeDocument/2006/relationships/image" Target="../media/image94.png"/><Relationship Id="rId29"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10" Type="http://schemas.openxmlformats.org/officeDocument/2006/relationships/image" Target="../media/image84.png"/><Relationship Id="rId19" Type="http://schemas.openxmlformats.org/officeDocument/2006/relationships/image" Target="../media/image93.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normAutofit/>
          </a:bodyPr>
          <a:lstStyle/>
          <a:p>
            <a:r>
              <a:rPr lang="en-GB" noProof="0" dirty="0"/>
              <a:t>Attention</a:t>
            </a:r>
            <a:endParaRPr lang="fr-FR" dirty="0"/>
          </a:p>
        </p:txBody>
      </p:sp>
      <p:sp>
        <p:nvSpPr>
          <p:cNvPr id="4" name="Espace réservé du pied de page 3">
            <a:extLst>
              <a:ext uri="{FF2B5EF4-FFF2-40B4-BE49-F238E27FC236}">
                <a16:creationId xmlns:a16="http://schemas.microsoft.com/office/drawing/2014/main" id="{AB3E12B7-AC44-7C12-7D3C-774605E8B96E}"/>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0A38BB-48F2-B813-4E65-5F53EBDED643}"/>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97308B65-8C31-CC45-6365-C3E4517140E3}"/>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92CD960E-E9FB-2CFE-7D9C-7FFF80A7AB1C}"/>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253538EC-CD96-9441-4E37-A38BE4B6503D}"/>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253538EC-CD96-9441-4E37-A38BE4B6503D}"/>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C7ABFB62-51D2-9BB7-C4B4-BE337DC9E2C8}"/>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6C2D730D-BC42-8275-065F-25B2B024B194}"/>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283D06C4-C93B-5701-C905-74B068A6A88F}"/>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283D06C4-C93B-5701-C905-74B068A6A88F}"/>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89277E92-3570-987E-E7E8-79D7828F26A9}"/>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E9A51495-3A84-3CF4-C015-CEEC8D72EB4C}"/>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269E3D21-B4C2-04BD-B1F6-FC32FCEB2A39}"/>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25" name="Rectangle : coins arrondis 124">
            <a:extLst>
              <a:ext uri="{FF2B5EF4-FFF2-40B4-BE49-F238E27FC236}">
                <a16:creationId xmlns:a16="http://schemas.microsoft.com/office/drawing/2014/main" id="{1E2D7E8B-7C12-FF01-4EC0-7DD4C0E8C15D}"/>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04B51ABE-8831-BAAF-33A4-21F4048389F7}"/>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9CF27723-2880-FCBC-3ABC-EAA3E57710EF}"/>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AC8D8357-7F7D-2420-682A-647E149129BE}"/>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566F07A7-BAC6-A7E1-B5BC-47DE0A1425FD}"/>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566F07A7-BAC6-A7E1-B5BC-47DE0A1425FD}"/>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73F0A459-F5D8-A61D-6463-C2A1CEDCE469}"/>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73F0A459-F5D8-A61D-6463-C2A1CEDCE469}"/>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6"/>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A1E4443B-FC60-2E43-AB90-7DDD8901FD3F}"/>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C69BB8F6-15A8-8386-0AAE-9F50BC5D4E61}"/>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2954FB6B-5AAB-6635-3F44-D8A92488F650}"/>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654F348D-2E1B-6C35-0163-9669DA356AC0}"/>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46DD23B7-D9BF-30E9-75F1-F26080C2D9D1}"/>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6DE7B6C4-91A2-61D1-4E39-082A71B546B8}"/>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B5AC23EF-53C8-8F2E-61F5-443E205C640F}"/>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58807463-AA34-7FC2-38B0-D3CE593DE3FD}"/>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274B43F5-06B7-6A7A-D406-1076063A62FD}"/>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3E45B8A7-DF43-369C-E411-4EF7EF53FFEA}"/>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3205CC7E-B6F4-5136-F78C-2860581EA77C}"/>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CEBB8427-58C3-3BD3-3723-F298C78439AB}"/>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6CB1B55F-ECCF-F557-2ADB-E6A84C9E21FF}"/>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BAB1D794-959D-731D-B946-EF2F470A07EB}"/>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5BC07CBB-5B15-4E57-334A-A204699AD9FB}"/>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5BC07CBB-5B15-4E57-334A-A204699AD9FB}"/>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7"/>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D8AC35D0-0A2C-0317-A540-513D972F8731}"/>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D8AC35D0-0A2C-0317-A540-513D972F8731}"/>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8"/>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20B837E7-C4E6-1017-E2FE-B697E7EE3662}"/>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20B837E7-C4E6-1017-E2FE-B697E7EE3662}"/>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F089EBFC-2C3E-D1B4-4F4A-70680C446298}"/>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F089EBFC-2C3E-D1B4-4F4A-70680C446298}"/>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1" name="ZoneTexte 210">
                <a:extLst>
                  <a:ext uri="{FF2B5EF4-FFF2-40B4-BE49-F238E27FC236}">
                    <a16:creationId xmlns:a16="http://schemas.microsoft.com/office/drawing/2014/main" id="{EE7C6C49-D0F9-5782-4A45-D1A8A037F45A}"/>
                  </a:ext>
                </a:extLst>
              </p:cNvPr>
              <p:cNvSpPr txBox="1"/>
              <p:nvPr/>
            </p:nvSpPr>
            <p:spPr>
              <a:xfrm>
                <a:off x="1548242" y="2556706"/>
                <a:ext cx="5639636" cy="845873"/>
              </a:xfrm>
              <a:prstGeom prst="rect">
                <a:avLst/>
              </a:prstGeom>
              <a:noFill/>
              <a:ln>
                <a:solidFill>
                  <a:schemeClr val="accent2"/>
                </a:solidFill>
              </a:ln>
            </p:spPr>
            <p:txBody>
              <a:bodyPr wrap="square" rtlCol="0">
                <a:spAutoFit/>
              </a:bodyPr>
              <a:lstStyle/>
              <a:p>
                <a14:m>
                  <m:oMath xmlns:m="http://schemas.openxmlformats.org/officeDocument/2006/math">
                    <m:sSub>
                      <m:sSubPr>
                        <m:ctrlPr>
                          <a:rPr lang="fr-FR" sz="1200" i="1" smtClean="0">
                            <a:solidFill>
                              <a:schemeClr val="tx1"/>
                            </a:solidFill>
                            <a:latin typeface="Cambria Math" panose="02040503050406030204" pitchFamily="18" charset="0"/>
                          </a:rPr>
                        </m:ctrlPr>
                      </m:sSubPr>
                      <m:e>
                        <m:r>
                          <a:rPr lang="fr-FR" sz="1200" i="1">
                            <a:solidFill>
                              <a:schemeClr val="tx1"/>
                            </a:solidFill>
                            <a:latin typeface="Cambria Math" panose="02040503050406030204" pitchFamily="18" charset="0"/>
                          </a:rPr>
                          <m:t>𝑠</m:t>
                        </m:r>
                      </m:e>
                      <m:sub>
                        <m:r>
                          <a:rPr lang="fr-FR" sz="1200" i="1">
                            <a:solidFill>
                              <a:schemeClr val="tx1"/>
                            </a:solidFill>
                            <a:latin typeface="Cambria Math" panose="02040503050406030204" pitchFamily="18" charset="0"/>
                          </a:rPr>
                          <m:t>0</m:t>
                        </m:r>
                      </m:sub>
                    </m:sSub>
                    <m:r>
                      <a:rPr lang="fr-FR" sz="1200" i="1">
                        <a:solidFill>
                          <a:schemeClr val="tx1"/>
                        </a:solidFill>
                        <a:latin typeface="Cambria Math" panose="02040503050406030204" pitchFamily="18" charset="0"/>
                      </a:rPr>
                      <m:t> </m:t>
                    </m:r>
                  </m:oMath>
                </a14:m>
                <a:r>
                  <a:rPr lang="en-GB" sz="1200" dirty="0">
                    <a:solidFill>
                      <a:schemeClr val="tx1"/>
                    </a:solidFill>
                  </a:rPr>
                  <a:t>goes into some scoring function </a:t>
                </a:r>
                <a14:m>
                  <m:oMath xmlns:m="http://schemas.openxmlformats.org/officeDocument/2006/math">
                    <m:r>
                      <a:rPr lang="fr-FR" sz="1200" b="0" i="1" smtClean="0">
                        <a:solidFill>
                          <a:schemeClr val="tx1"/>
                        </a:solidFill>
                        <a:latin typeface="Cambria Math" panose="02040503050406030204" pitchFamily="18" charset="0"/>
                      </a:rPr>
                      <m:t>𝑓</m:t>
                    </m:r>
                    <m:r>
                      <a:rPr lang="fr-FR" sz="1200" b="0" i="1" smtClean="0">
                        <a:solidFill>
                          <a:schemeClr val="tx1"/>
                        </a:solidFill>
                        <a:latin typeface="Cambria Math" panose="02040503050406030204" pitchFamily="18" charset="0"/>
                      </a:rPr>
                      <m:t>(</m:t>
                    </m:r>
                    <m:sSub>
                      <m:sSubPr>
                        <m:ctrlPr>
                          <a:rPr lang="fr-FR" sz="1200" b="0" i="1" smtClean="0">
                            <a:solidFill>
                              <a:schemeClr val="tx1"/>
                            </a:solidFill>
                            <a:latin typeface="Cambria Math" panose="02040503050406030204" pitchFamily="18" charset="0"/>
                          </a:rPr>
                        </m:ctrlPr>
                      </m:sSubPr>
                      <m:e>
                        <m:r>
                          <a:rPr lang="fr-FR" sz="1200" b="0" i="1" smtClean="0">
                            <a:solidFill>
                              <a:schemeClr val="tx1"/>
                            </a:solidFill>
                            <a:latin typeface="Cambria Math" panose="02040503050406030204" pitchFamily="18" charset="0"/>
                          </a:rPr>
                          <m:t>h</m:t>
                        </m:r>
                      </m:e>
                      <m:sub>
                        <m:r>
                          <a:rPr lang="fr-FR" sz="1200" b="0" i="1" smtClean="0">
                            <a:solidFill>
                              <a:schemeClr val="tx1"/>
                            </a:solidFill>
                            <a:latin typeface="Cambria Math" panose="02040503050406030204" pitchFamily="18" charset="0"/>
                          </a:rPr>
                          <m:t>𝑖</m:t>
                        </m:r>
                      </m:sub>
                    </m:sSub>
                    <m:r>
                      <a:rPr lang="fr-FR" sz="1200" b="0" i="1" smtClean="0">
                        <a:solidFill>
                          <a:schemeClr val="tx1"/>
                        </a:solidFill>
                        <a:latin typeface="Cambria Math" panose="02040503050406030204" pitchFamily="18" charset="0"/>
                      </a:rPr>
                      <m:t>, </m:t>
                    </m:r>
                    <m:sSub>
                      <m:sSubPr>
                        <m:ctrlPr>
                          <a:rPr lang="fr-FR" sz="1200" b="0" i="1" smtClean="0">
                            <a:solidFill>
                              <a:schemeClr val="tx1"/>
                            </a:solidFill>
                            <a:latin typeface="Cambria Math" panose="02040503050406030204" pitchFamily="18" charset="0"/>
                          </a:rPr>
                        </m:ctrlPr>
                      </m:sSubPr>
                      <m:e>
                        <m:r>
                          <a:rPr lang="fr-FR" sz="1200" b="0" i="1" smtClean="0">
                            <a:solidFill>
                              <a:schemeClr val="tx1"/>
                            </a:solidFill>
                            <a:latin typeface="Cambria Math" panose="02040503050406030204" pitchFamily="18" charset="0"/>
                          </a:rPr>
                          <m:t>𝑠</m:t>
                        </m:r>
                      </m:e>
                      <m:sub>
                        <m:r>
                          <a:rPr lang="fr-FR" sz="1200" b="0" i="1" smtClean="0">
                            <a:solidFill>
                              <a:schemeClr val="tx1"/>
                            </a:solidFill>
                            <a:latin typeface="Cambria Math" panose="02040503050406030204" pitchFamily="18" charset="0"/>
                          </a:rPr>
                          <m:t>𝑗</m:t>
                        </m:r>
                      </m:sub>
                    </m:sSub>
                    <m:r>
                      <a:rPr lang="fr-FR" sz="1200" b="0" i="1" smtClean="0">
                        <a:solidFill>
                          <a:schemeClr val="tx1"/>
                        </a:solidFill>
                        <a:latin typeface="Cambria Math" panose="02040503050406030204" pitchFamily="18" charset="0"/>
                      </a:rPr>
                      <m:t>)</m:t>
                    </m:r>
                  </m:oMath>
                </a14:m>
                <a:r>
                  <a:rPr lang="en-GB" sz="1200" dirty="0">
                    <a:solidFill>
                      <a:schemeClr val="tx1"/>
                    </a:solidFill>
                  </a:rPr>
                  <a:t> which takes </a:t>
                </a:r>
                <a14:m>
                  <m:oMath xmlns:m="http://schemas.openxmlformats.org/officeDocument/2006/math">
                    <m:sSub>
                      <m:sSubPr>
                        <m:ctrlPr>
                          <a:rPr lang="fr-FR" sz="1200" i="1">
                            <a:solidFill>
                              <a:schemeClr val="tx1"/>
                            </a:solidFill>
                            <a:latin typeface="Cambria Math" panose="02040503050406030204" pitchFamily="18" charset="0"/>
                          </a:rPr>
                        </m:ctrlPr>
                      </m:sSubPr>
                      <m:e>
                        <m:r>
                          <a:rPr lang="fr-FR" sz="1200" i="1">
                            <a:solidFill>
                              <a:schemeClr val="tx1"/>
                            </a:solidFill>
                            <a:latin typeface="Cambria Math" panose="02040503050406030204" pitchFamily="18" charset="0"/>
                          </a:rPr>
                          <m:t>𝑠</m:t>
                        </m:r>
                      </m:e>
                      <m:sub>
                        <m:r>
                          <a:rPr lang="fr-FR" sz="1200" i="1">
                            <a:solidFill>
                              <a:schemeClr val="tx1"/>
                            </a:solidFill>
                            <a:latin typeface="Cambria Math" panose="02040503050406030204" pitchFamily="18" charset="0"/>
                          </a:rPr>
                          <m:t>0</m:t>
                        </m:r>
                      </m:sub>
                    </m:sSub>
                  </m:oMath>
                </a14:m>
                <a:r>
                  <a:rPr lang="en-GB" sz="1200" dirty="0">
                    <a:solidFill>
                      <a:schemeClr val="tx1"/>
                    </a:solidFill>
                  </a:rPr>
                  <a:t> and the hidden state </a:t>
                </a:r>
                <a14:m>
                  <m:oMath xmlns:m="http://schemas.openxmlformats.org/officeDocument/2006/math">
                    <m:sSub>
                      <m:sSubPr>
                        <m:ctrlPr>
                          <a:rPr lang="fr-FR" sz="1200" i="1">
                            <a:solidFill>
                              <a:schemeClr val="tx1"/>
                            </a:solidFill>
                            <a:latin typeface="Cambria Math" panose="02040503050406030204" pitchFamily="18" charset="0"/>
                          </a:rPr>
                        </m:ctrlPr>
                      </m:sSubPr>
                      <m:e>
                        <m:r>
                          <a:rPr lang="fr-FR" sz="1200" b="0" i="1" smtClean="0">
                            <a:solidFill>
                              <a:schemeClr val="tx1"/>
                            </a:solidFill>
                            <a:latin typeface="Cambria Math" panose="02040503050406030204" pitchFamily="18" charset="0"/>
                          </a:rPr>
                          <m:t>h</m:t>
                        </m:r>
                      </m:e>
                      <m:sub>
                        <m:r>
                          <a:rPr lang="fr-FR" sz="1200" b="0" i="1" smtClean="0">
                            <a:solidFill>
                              <a:schemeClr val="tx1"/>
                            </a:solidFill>
                            <a:latin typeface="Cambria Math" panose="02040503050406030204" pitchFamily="18" charset="0"/>
                          </a:rPr>
                          <m:t>1</m:t>
                        </m:r>
                      </m:sub>
                    </m:sSub>
                  </m:oMath>
                </a14:m>
                <a:r>
                  <a:rPr lang="en-GB" sz="1200" dirty="0">
                    <a:solidFill>
                      <a:schemeClr val="tx1"/>
                    </a:solidFill>
                  </a:rPr>
                  <a:t>. There are multiple option for </a:t>
                </a:r>
                <a14:m>
                  <m:oMath xmlns:m="http://schemas.openxmlformats.org/officeDocument/2006/math">
                    <m:r>
                      <a:rPr lang="fr-FR" sz="1200" i="1" smtClean="0">
                        <a:solidFill>
                          <a:schemeClr val="tx1"/>
                        </a:solidFill>
                        <a:latin typeface="Cambria Math" panose="02040503050406030204" pitchFamily="18" charset="0"/>
                      </a:rPr>
                      <m:t>𝑓</m:t>
                    </m:r>
                  </m:oMath>
                </a14:m>
                <a:r>
                  <a:rPr lang="en-GB" sz="1200" dirty="0">
                    <a:solidFill>
                      <a:schemeClr val="tx1"/>
                    </a:solidFill>
                  </a:rPr>
                  <a:t> but its output is a scalar indicating </a:t>
                </a:r>
                <a:r>
                  <a:rPr lang="en-GB" sz="1200" b="1" dirty="0">
                    <a:solidFill>
                      <a:schemeClr val="tx1"/>
                    </a:solidFill>
                  </a:rPr>
                  <a:t>how much attention</a:t>
                </a:r>
                <a:r>
                  <a:rPr lang="en-GB" sz="1200" dirty="0">
                    <a:solidFill>
                      <a:schemeClr val="tx1"/>
                    </a:solidFill>
                  </a:rPr>
                  <a:t> the decoder should give to the first hidden output. </a:t>
                </a:r>
              </a:p>
              <a:p>
                <a:r>
                  <a:rPr lang="en-GB" sz="1200" dirty="0">
                    <a:solidFill>
                      <a:schemeClr val="tx1"/>
                    </a:solidFill>
                  </a:rPr>
                  <a:t>This scoring function is aka an </a:t>
                </a:r>
                <a:r>
                  <a:rPr lang="en-GB" sz="1200" b="1" dirty="0">
                    <a:solidFill>
                      <a:schemeClr val="tx1"/>
                    </a:solidFill>
                  </a:rPr>
                  <a:t>alignment model</a:t>
                </a:r>
              </a:p>
            </p:txBody>
          </p:sp>
        </mc:Choice>
        <mc:Fallback xmlns="">
          <p:sp>
            <p:nvSpPr>
              <p:cNvPr id="211" name="ZoneTexte 210">
                <a:extLst>
                  <a:ext uri="{FF2B5EF4-FFF2-40B4-BE49-F238E27FC236}">
                    <a16:creationId xmlns:a16="http://schemas.microsoft.com/office/drawing/2014/main" id="{EE7C6C49-D0F9-5782-4A45-D1A8A037F45A}"/>
                  </a:ext>
                </a:extLst>
              </p:cNvPr>
              <p:cNvSpPr txBox="1">
                <a:spLocks noRot="1" noChangeAspect="1" noMove="1" noResize="1" noEditPoints="1" noAdjustHandles="1" noChangeArrowheads="1" noChangeShapeType="1" noTextEdit="1"/>
              </p:cNvSpPr>
              <p:nvPr/>
            </p:nvSpPr>
            <p:spPr>
              <a:xfrm>
                <a:off x="1548242" y="2556706"/>
                <a:ext cx="5639636" cy="845873"/>
              </a:xfrm>
              <a:prstGeom prst="rect">
                <a:avLst/>
              </a:prstGeom>
              <a:blipFill>
                <a:blip r:embed="rId11"/>
                <a:stretch>
                  <a:fillRect b="-2899"/>
                </a:stretch>
              </a:blipFill>
              <a:ln>
                <a:solidFill>
                  <a:schemeClr val="accent2"/>
                </a:solidFill>
              </a:ln>
            </p:spPr>
            <p:txBody>
              <a:bodyPr/>
              <a:lstStyle/>
              <a:p>
                <a:r>
                  <a:rPr lang="en-GB">
                    <a:noFill/>
                  </a:rPr>
                  <a:t> </a:t>
                </a:r>
              </a:p>
            </p:txBody>
          </p:sp>
        </mc:Fallback>
      </mc:AlternateContent>
      <p:cxnSp>
        <p:nvCxnSpPr>
          <p:cNvPr id="213" name="Connecteur en arc 212">
            <a:extLst>
              <a:ext uri="{FF2B5EF4-FFF2-40B4-BE49-F238E27FC236}">
                <a16:creationId xmlns:a16="http://schemas.microsoft.com/office/drawing/2014/main" id="{ECDE3C19-A7D7-2378-B397-B2C619A43AE6}"/>
              </a:ext>
            </a:extLst>
          </p:cNvPr>
          <p:cNvCxnSpPr>
            <a:cxnSpLocks/>
            <a:stCxn id="211" idx="1"/>
            <a:endCxn id="178" idx="0"/>
          </p:cNvCxnSpPr>
          <p:nvPr/>
        </p:nvCxnSpPr>
        <p:spPr>
          <a:xfrm rot="10800000" flipV="1">
            <a:off x="1380436" y="2979642"/>
            <a:ext cx="167807" cy="449357"/>
          </a:xfrm>
          <a:prstGeom prst="curvedConnector2">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20" name="Connecteur en angle 219">
            <a:extLst>
              <a:ext uri="{FF2B5EF4-FFF2-40B4-BE49-F238E27FC236}">
                <a16:creationId xmlns:a16="http://schemas.microsoft.com/office/drawing/2014/main" id="{2C16A8E7-A19C-DD1C-7CF9-5A3D86B07850}"/>
              </a:ext>
            </a:extLst>
          </p:cNvPr>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1" name="Connecteur en angle 220">
            <a:extLst>
              <a:ext uri="{FF2B5EF4-FFF2-40B4-BE49-F238E27FC236}">
                <a16:creationId xmlns:a16="http://schemas.microsoft.com/office/drawing/2014/main" id="{F7718DBB-A193-F83C-CF74-8FAFAD739A23}"/>
              </a:ext>
            </a:extLst>
          </p:cNvPr>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2" name="Connecteur en angle 221">
            <a:extLst>
              <a:ext uri="{FF2B5EF4-FFF2-40B4-BE49-F238E27FC236}">
                <a16:creationId xmlns:a16="http://schemas.microsoft.com/office/drawing/2014/main" id="{5595017D-6A9C-8AE9-D872-23FA849D398E}"/>
              </a:ext>
            </a:extLst>
          </p:cNvPr>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3" name="Connecteur en angle 222">
            <a:extLst>
              <a:ext uri="{FF2B5EF4-FFF2-40B4-BE49-F238E27FC236}">
                <a16:creationId xmlns:a16="http://schemas.microsoft.com/office/drawing/2014/main" id="{C1B63B22-181C-661E-4FAA-7CC4D3AA9BD9}"/>
              </a:ext>
            </a:extLst>
          </p:cNvPr>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4" name="ZoneTexte 223">
                <a:extLst>
                  <a:ext uri="{FF2B5EF4-FFF2-40B4-BE49-F238E27FC236}">
                    <a16:creationId xmlns:a16="http://schemas.microsoft.com/office/drawing/2014/main" id="{0D2E5245-76E2-30D5-1FC9-4DA34F5293A3}"/>
                  </a:ext>
                </a:extLst>
              </p:cNvPr>
              <p:cNvSpPr txBox="1"/>
              <p:nvPr/>
            </p:nvSpPr>
            <p:spPr>
              <a:xfrm>
                <a:off x="3652159" y="5425922"/>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224" name="ZoneTexte 223">
                <a:extLst>
                  <a:ext uri="{FF2B5EF4-FFF2-40B4-BE49-F238E27FC236}">
                    <a16:creationId xmlns:a16="http://schemas.microsoft.com/office/drawing/2014/main" id="{0D2E5245-76E2-30D5-1FC9-4DA34F5293A3}"/>
                  </a:ext>
                </a:extLst>
              </p:cNvPr>
              <p:cNvSpPr txBox="1">
                <a:spLocks noRot="1" noChangeAspect="1" noMove="1" noResize="1" noEditPoints="1" noAdjustHandles="1" noChangeArrowheads="1" noChangeShapeType="1" noTextEdit="1"/>
              </p:cNvSpPr>
              <p:nvPr/>
            </p:nvSpPr>
            <p:spPr>
              <a:xfrm>
                <a:off x="3652159" y="5425922"/>
                <a:ext cx="198644" cy="215444"/>
              </a:xfrm>
              <a:prstGeom prst="rect">
                <a:avLst/>
              </a:prstGeom>
              <a:blipFill>
                <a:blip r:embed="rId12"/>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3174705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824E-E8CC-C414-B114-7BFE54F467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369DEC-9EDC-64AF-EED4-B5027A263932}"/>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1F39E7D1-7C46-2FDC-ACE3-3D8EA9E63765}"/>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FA1E407F-4E77-91EE-19D7-D6722D8C7F7C}"/>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960D7F1B-4B3C-4940-401A-47F1BB71D8C8}"/>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960D7F1B-4B3C-4940-401A-47F1BB71D8C8}"/>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517C4EC2-4E4D-8FBE-5B58-7D26A405E05E}"/>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8B555B07-FE66-2F65-9BB5-18F3F5366C82}"/>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993CC9B0-2AFA-EB62-E90A-F6B2E0B0EA59}"/>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993CC9B0-2AFA-EB62-E90A-F6B2E0B0EA59}"/>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2D8F1885-DB10-1305-CE12-C1F3235055A4}"/>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AFDDB393-9901-86DD-7732-7A0DB5BDF692}"/>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4ABE4812-1385-03E2-E085-B4545ECBD10B}"/>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25" name="Rectangle : coins arrondis 124">
            <a:extLst>
              <a:ext uri="{FF2B5EF4-FFF2-40B4-BE49-F238E27FC236}">
                <a16:creationId xmlns:a16="http://schemas.microsoft.com/office/drawing/2014/main" id="{96609DB6-4E6C-D81C-9C21-9BEA9C8D04CE}"/>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FBF59AC9-49AA-6775-DA3B-381884596282}"/>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CC12DB90-85C6-54AE-7853-5F186186B893}"/>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0A013AAC-85CD-DDB7-B0C5-72632656D0E7}"/>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D6E0571C-687A-5814-2337-1C56FCF68E81}"/>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D6E0571C-687A-5814-2337-1C56FCF68E81}"/>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99251BFA-9C26-BAB6-B6F0-D2706CBDE84A}"/>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99251BFA-9C26-BAB6-B6F0-D2706CBDE84A}"/>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6"/>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4819B46E-FBEF-A3AE-ED5F-6248B0B8DCD7}"/>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D7CA54F3-0FEE-3ABC-A2DF-53C0598A4296}"/>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B42C22CD-6959-7530-BC66-13772C9A7005}"/>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327EFE43-9157-0AB5-D4EC-FA14C885FF59}"/>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F1062AF7-902C-44B7-2DB6-2E0A0B743322}"/>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5DB8779E-F789-C357-A08E-207B4C3E0842}"/>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2DFBEE8C-230C-A1EE-0866-2357BF4278E7}"/>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E19E3C90-4156-957B-1909-881FDB7D5FBA}"/>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94755A21-A139-095F-A4BC-A5B702AE2093}"/>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5E8EEDB4-2C91-042E-9234-71A14B8DF1D0}"/>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78846A60-83D2-EE76-AE0A-4604EBF6CF8F}"/>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ECC832D1-A2EB-809D-4A4B-2F290AE2DA52}"/>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277C019F-1BC3-5BEE-40F9-8C6851BCA470}"/>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A4C59055-C5B4-21B8-4698-DAB94E31F383}"/>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DCF848D9-EEE6-C01D-B756-58447A0E5617}"/>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DCF848D9-EEE6-C01D-B756-58447A0E5617}"/>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7"/>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42B7C8D6-EC0C-7482-A33B-77D9F2F7E1D8}"/>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42B7C8D6-EC0C-7482-A33B-77D9F2F7E1D8}"/>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8"/>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0B1C994D-96BA-61FF-FDCD-8E00EA258915}"/>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0B1C994D-96BA-61FF-FDCD-8E00EA258915}"/>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AB8B7751-DC17-C1BA-4D6D-EEF76D85D005}"/>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AB8B7751-DC17-C1BA-4D6D-EEF76D85D005}"/>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p:sp>
        <p:nvSpPr>
          <p:cNvPr id="211" name="ZoneTexte 210">
            <a:extLst>
              <a:ext uri="{FF2B5EF4-FFF2-40B4-BE49-F238E27FC236}">
                <a16:creationId xmlns:a16="http://schemas.microsoft.com/office/drawing/2014/main" id="{B4734482-E8C8-E890-3DC7-DB5B9990D6CB}"/>
              </a:ext>
            </a:extLst>
          </p:cNvPr>
          <p:cNvSpPr txBox="1"/>
          <p:nvPr/>
        </p:nvSpPr>
        <p:spPr>
          <a:xfrm>
            <a:off x="4110612" y="2196723"/>
            <a:ext cx="3005805" cy="646331"/>
          </a:xfrm>
          <a:prstGeom prst="rect">
            <a:avLst/>
          </a:prstGeom>
          <a:noFill/>
          <a:ln>
            <a:solidFill>
              <a:schemeClr val="accent2"/>
            </a:solidFill>
          </a:ln>
        </p:spPr>
        <p:txBody>
          <a:bodyPr wrap="square" rtlCol="0">
            <a:spAutoFit/>
          </a:bodyPr>
          <a:lstStyle/>
          <a:p>
            <a:r>
              <a:rPr lang="en-GB" sz="1200" b="1" dirty="0">
                <a:solidFill>
                  <a:schemeClr val="tx1"/>
                </a:solidFill>
              </a:rPr>
              <a:t>How much ”attention” should each encoder hidden state be given for this decoder timestep.</a:t>
            </a:r>
          </a:p>
        </p:txBody>
      </p:sp>
      <p:cxnSp>
        <p:nvCxnSpPr>
          <p:cNvPr id="213" name="Connecteur en arc 212">
            <a:extLst>
              <a:ext uri="{FF2B5EF4-FFF2-40B4-BE49-F238E27FC236}">
                <a16:creationId xmlns:a16="http://schemas.microsoft.com/office/drawing/2014/main" id="{41233D25-6066-210E-FE22-6A94EDD5BDA9}"/>
              </a:ext>
            </a:extLst>
          </p:cNvPr>
          <p:cNvCxnSpPr>
            <a:cxnSpLocks/>
            <a:stCxn id="211" idx="1"/>
            <a:endCxn id="20" idx="0"/>
          </p:cNvCxnSpPr>
          <p:nvPr/>
        </p:nvCxnSpPr>
        <p:spPr>
          <a:xfrm rot="10800000">
            <a:off x="2228072" y="2486387"/>
            <a:ext cx="1882540" cy="33503"/>
          </a:xfrm>
          <a:prstGeom prst="curvedConnector4">
            <a:avLst>
              <a:gd name="adj1" fmla="val 21926"/>
              <a:gd name="adj2" fmla="val 782327"/>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AB004741-EBDD-B800-A66E-3AB6DB4D1CCA}"/>
                  </a:ext>
                </a:extLst>
              </p:cNvPr>
              <p:cNvSpPr txBox="1"/>
              <p:nvPr/>
            </p:nvSpPr>
            <p:spPr>
              <a:xfrm>
                <a:off x="1361455" y="3227046"/>
                <a:ext cx="524420" cy="123111"/>
              </a:xfrm>
              <a:prstGeom prst="rect">
                <a:avLst/>
              </a:prstGeom>
              <a:solidFill>
                <a:srgbClr val="FFFF00"/>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2"/>
                          </a:solidFill>
                          <a:latin typeface="Cambria Math" panose="02040503050406030204" pitchFamily="18" charset="0"/>
                        </a:rPr>
                        <m:t>𝑓</m:t>
                      </m:r>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h</m:t>
                          </m:r>
                        </m:e>
                        <m:sub>
                          <m:r>
                            <a:rPr lang="fr-FR" sz="800" b="0" i="1" smtClean="0">
                              <a:solidFill>
                                <a:schemeClr val="accent2"/>
                              </a:solidFill>
                              <a:latin typeface="Cambria Math" panose="02040503050406030204" pitchFamily="18" charset="0"/>
                            </a:rPr>
                            <m:t>1</m:t>
                          </m:r>
                        </m:sub>
                      </m:sSub>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𝑠</m:t>
                          </m:r>
                        </m:e>
                        <m:sub>
                          <m:r>
                            <a:rPr lang="fr-FR" sz="800" b="0" i="1" smtClean="0">
                              <a:solidFill>
                                <a:schemeClr val="accent2"/>
                              </a:solidFill>
                              <a:latin typeface="Cambria Math" panose="02040503050406030204" pitchFamily="18" charset="0"/>
                            </a:rPr>
                            <m:t>0</m:t>
                          </m:r>
                        </m:sub>
                      </m:sSub>
                      <m:r>
                        <a:rPr lang="fr-FR" sz="800" b="0" i="1" smtClean="0">
                          <a:solidFill>
                            <a:schemeClr val="accent2"/>
                          </a:solidFill>
                          <a:latin typeface="Cambria Math" panose="02040503050406030204" pitchFamily="18" charset="0"/>
                        </a:rPr>
                        <m:t>)</m:t>
                      </m:r>
                    </m:oMath>
                  </m:oMathPara>
                </a14:m>
                <a:endParaRPr lang="en-GB" sz="800" dirty="0">
                  <a:solidFill>
                    <a:schemeClr val="accent2"/>
                  </a:solidFill>
                </a:endParaRPr>
              </a:p>
            </p:txBody>
          </p:sp>
        </mc:Choice>
        <mc:Fallback xmlns="">
          <p:sp>
            <p:nvSpPr>
              <p:cNvPr id="3" name="ZoneTexte 2">
                <a:extLst>
                  <a:ext uri="{FF2B5EF4-FFF2-40B4-BE49-F238E27FC236}">
                    <a16:creationId xmlns:a16="http://schemas.microsoft.com/office/drawing/2014/main" id="{AB004741-EBDD-B800-A66E-3AB6DB4D1CCA}"/>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1"/>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542E7E96-69B4-1FE3-3AC1-4D69DF88A9E8}"/>
                  </a:ext>
                </a:extLst>
              </p:cNvPr>
              <p:cNvSpPr txBox="1"/>
              <p:nvPr/>
            </p:nvSpPr>
            <p:spPr>
              <a:xfrm>
                <a:off x="1885875" y="3237050"/>
                <a:ext cx="524420" cy="123111"/>
              </a:xfrm>
              <a:prstGeom prst="rect">
                <a:avLst/>
              </a:prstGeom>
              <a:solidFill>
                <a:srgbClr val="FFFF00"/>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2"/>
                          </a:solidFill>
                          <a:latin typeface="Cambria Math" panose="02040503050406030204" pitchFamily="18" charset="0"/>
                        </a:rPr>
                        <m:t>𝑓</m:t>
                      </m:r>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h</m:t>
                          </m:r>
                        </m:e>
                        <m:sub>
                          <m:r>
                            <a:rPr lang="fr-FR" sz="800" b="0" i="1" smtClean="0">
                              <a:solidFill>
                                <a:schemeClr val="accent2"/>
                              </a:solidFill>
                              <a:latin typeface="Cambria Math" panose="02040503050406030204" pitchFamily="18" charset="0"/>
                            </a:rPr>
                            <m:t>2</m:t>
                          </m:r>
                        </m:sub>
                      </m:sSub>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𝑠</m:t>
                          </m:r>
                        </m:e>
                        <m:sub>
                          <m:r>
                            <a:rPr lang="fr-FR" sz="800" b="0" i="1" smtClean="0">
                              <a:solidFill>
                                <a:schemeClr val="accent2"/>
                              </a:solidFill>
                              <a:latin typeface="Cambria Math" panose="02040503050406030204" pitchFamily="18" charset="0"/>
                            </a:rPr>
                            <m:t>0</m:t>
                          </m:r>
                        </m:sub>
                      </m:sSub>
                      <m:r>
                        <a:rPr lang="fr-FR" sz="800" b="0" i="1" smtClean="0">
                          <a:solidFill>
                            <a:schemeClr val="accent2"/>
                          </a:solidFill>
                          <a:latin typeface="Cambria Math" panose="02040503050406030204" pitchFamily="18" charset="0"/>
                        </a:rPr>
                        <m:t>)</m:t>
                      </m:r>
                    </m:oMath>
                  </m:oMathPara>
                </a14:m>
                <a:endParaRPr lang="en-GB" sz="800" dirty="0">
                  <a:solidFill>
                    <a:schemeClr val="accent2"/>
                  </a:solidFill>
                </a:endParaRPr>
              </a:p>
            </p:txBody>
          </p:sp>
        </mc:Choice>
        <mc:Fallback xmlns="">
          <p:sp>
            <p:nvSpPr>
              <p:cNvPr id="11" name="ZoneTexte 10">
                <a:extLst>
                  <a:ext uri="{FF2B5EF4-FFF2-40B4-BE49-F238E27FC236}">
                    <a16:creationId xmlns:a16="http://schemas.microsoft.com/office/drawing/2014/main" id="{542E7E96-69B4-1FE3-3AC1-4D69DF88A9E8}"/>
                  </a:ext>
                </a:extLst>
              </p:cNvPr>
              <p:cNvSpPr txBox="1">
                <a:spLocks noRot="1" noChangeAspect="1" noMove="1" noResize="1" noEditPoints="1" noAdjustHandles="1" noChangeArrowheads="1" noChangeShapeType="1" noTextEdit="1"/>
              </p:cNvSpPr>
              <p:nvPr/>
            </p:nvSpPr>
            <p:spPr>
              <a:xfrm>
                <a:off x="1885875" y="3237050"/>
                <a:ext cx="524420" cy="123111"/>
              </a:xfrm>
              <a:prstGeom prst="rect">
                <a:avLst/>
              </a:prstGeom>
              <a:blipFill>
                <a:blip r:embed="rId12"/>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FC526113-F062-1AB3-61D3-9E3FE1AE079C}"/>
                  </a:ext>
                </a:extLst>
              </p:cNvPr>
              <p:cNvSpPr txBox="1"/>
              <p:nvPr/>
            </p:nvSpPr>
            <p:spPr>
              <a:xfrm>
                <a:off x="2449540" y="3247051"/>
                <a:ext cx="524420" cy="123111"/>
              </a:xfrm>
              <a:prstGeom prst="rect">
                <a:avLst/>
              </a:prstGeom>
              <a:solidFill>
                <a:srgbClr val="FFFF00"/>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2"/>
                          </a:solidFill>
                          <a:latin typeface="Cambria Math" panose="02040503050406030204" pitchFamily="18" charset="0"/>
                        </a:rPr>
                        <m:t>𝑓</m:t>
                      </m:r>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h</m:t>
                          </m:r>
                        </m:e>
                        <m:sub>
                          <m:r>
                            <a:rPr lang="fr-FR" sz="800" b="0" i="1" smtClean="0">
                              <a:solidFill>
                                <a:schemeClr val="accent2"/>
                              </a:solidFill>
                              <a:latin typeface="Cambria Math" panose="02040503050406030204" pitchFamily="18" charset="0"/>
                            </a:rPr>
                            <m:t>3</m:t>
                          </m:r>
                        </m:sub>
                      </m:sSub>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𝑠</m:t>
                          </m:r>
                        </m:e>
                        <m:sub>
                          <m:r>
                            <a:rPr lang="fr-FR" sz="800" b="0" i="1" smtClean="0">
                              <a:solidFill>
                                <a:schemeClr val="accent2"/>
                              </a:solidFill>
                              <a:latin typeface="Cambria Math" panose="02040503050406030204" pitchFamily="18" charset="0"/>
                            </a:rPr>
                            <m:t>0</m:t>
                          </m:r>
                        </m:sub>
                      </m:sSub>
                      <m:r>
                        <a:rPr lang="fr-FR" sz="800" b="0" i="1" smtClean="0">
                          <a:solidFill>
                            <a:schemeClr val="accent2"/>
                          </a:solidFill>
                          <a:latin typeface="Cambria Math" panose="02040503050406030204" pitchFamily="18" charset="0"/>
                        </a:rPr>
                        <m:t>)</m:t>
                      </m:r>
                    </m:oMath>
                  </m:oMathPara>
                </a14:m>
                <a:endParaRPr lang="en-GB" sz="800" dirty="0">
                  <a:solidFill>
                    <a:schemeClr val="accent2"/>
                  </a:solidFill>
                </a:endParaRPr>
              </a:p>
            </p:txBody>
          </p:sp>
        </mc:Choice>
        <mc:Fallback xmlns="">
          <p:sp>
            <p:nvSpPr>
              <p:cNvPr id="12" name="ZoneTexte 11">
                <a:extLst>
                  <a:ext uri="{FF2B5EF4-FFF2-40B4-BE49-F238E27FC236}">
                    <a16:creationId xmlns:a16="http://schemas.microsoft.com/office/drawing/2014/main" id="{FC526113-F062-1AB3-61D3-9E3FE1AE079C}"/>
                  </a:ext>
                </a:extLst>
              </p:cNvPr>
              <p:cNvSpPr txBox="1">
                <a:spLocks noRot="1" noChangeAspect="1" noMove="1" noResize="1" noEditPoints="1" noAdjustHandles="1" noChangeArrowheads="1" noChangeShapeType="1" noTextEdit="1"/>
              </p:cNvSpPr>
              <p:nvPr/>
            </p:nvSpPr>
            <p:spPr>
              <a:xfrm>
                <a:off x="2449540" y="3247051"/>
                <a:ext cx="524420" cy="123111"/>
              </a:xfrm>
              <a:prstGeom prst="rect">
                <a:avLst/>
              </a:prstGeom>
              <a:blipFill>
                <a:blip r:embed="rId13"/>
                <a:stretch>
                  <a:fillRect t="-9091" b="-272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583ED157-648B-166D-482F-82F1B8F92949}"/>
                  </a:ext>
                </a:extLst>
              </p:cNvPr>
              <p:cNvSpPr txBox="1"/>
              <p:nvPr/>
            </p:nvSpPr>
            <p:spPr>
              <a:xfrm>
                <a:off x="2992943" y="3241704"/>
                <a:ext cx="524420" cy="123111"/>
              </a:xfrm>
              <a:prstGeom prst="rect">
                <a:avLst/>
              </a:prstGeom>
              <a:solidFill>
                <a:srgbClr val="FFFF00"/>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2"/>
                          </a:solidFill>
                          <a:latin typeface="Cambria Math" panose="02040503050406030204" pitchFamily="18" charset="0"/>
                        </a:rPr>
                        <m:t>𝑓</m:t>
                      </m:r>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h</m:t>
                          </m:r>
                        </m:e>
                        <m:sub>
                          <m:r>
                            <a:rPr lang="fr-FR" sz="800" b="0" i="1" smtClean="0">
                              <a:solidFill>
                                <a:schemeClr val="accent2"/>
                              </a:solidFill>
                              <a:latin typeface="Cambria Math" panose="02040503050406030204" pitchFamily="18" charset="0"/>
                            </a:rPr>
                            <m:t>4</m:t>
                          </m:r>
                        </m:sub>
                      </m:sSub>
                      <m:r>
                        <a:rPr lang="fr-FR" sz="800" b="0" i="1" smtClean="0">
                          <a:solidFill>
                            <a:schemeClr val="accent2"/>
                          </a:solidFill>
                          <a:latin typeface="Cambria Math" panose="02040503050406030204" pitchFamily="18" charset="0"/>
                        </a:rPr>
                        <m:t>,</m:t>
                      </m:r>
                      <m:sSub>
                        <m:sSubPr>
                          <m:ctrlPr>
                            <a:rPr lang="fr-FR" sz="800" b="0" i="1" smtClean="0">
                              <a:solidFill>
                                <a:schemeClr val="accent2"/>
                              </a:solidFill>
                              <a:latin typeface="Cambria Math" panose="02040503050406030204" pitchFamily="18" charset="0"/>
                            </a:rPr>
                          </m:ctrlPr>
                        </m:sSubPr>
                        <m:e>
                          <m:r>
                            <a:rPr lang="fr-FR" sz="800" b="0" i="1" smtClean="0">
                              <a:solidFill>
                                <a:schemeClr val="accent2"/>
                              </a:solidFill>
                              <a:latin typeface="Cambria Math" panose="02040503050406030204" pitchFamily="18" charset="0"/>
                            </a:rPr>
                            <m:t>𝑠</m:t>
                          </m:r>
                        </m:e>
                        <m:sub>
                          <m:r>
                            <a:rPr lang="fr-FR" sz="800" b="0" i="1" smtClean="0">
                              <a:solidFill>
                                <a:schemeClr val="accent2"/>
                              </a:solidFill>
                              <a:latin typeface="Cambria Math" panose="02040503050406030204" pitchFamily="18" charset="0"/>
                            </a:rPr>
                            <m:t>0</m:t>
                          </m:r>
                        </m:sub>
                      </m:sSub>
                      <m:r>
                        <a:rPr lang="fr-FR" sz="800" b="0" i="1" smtClean="0">
                          <a:solidFill>
                            <a:schemeClr val="accent2"/>
                          </a:solidFill>
                          <a:latin typeface="Cambria Math" panose="02040503050406030204" pitchFamily="18" charset="0"/>
                        </a:rPr>
                        <m:t>)</m:t>
                      </m:r>
                    </m:oMath>
                  </m:oMathPara>
                </a14:m>
                <a:endParaRPr lang="en-GB" sz="800" dirty="0">
                  <a:solidFill>
                    <a:schemeClr val="accent2"/>
                  </a:solidFill>
                </a:endParaRPr>
              </a:p>
            </p:txBody>
          </p:sp>
        </mc:Choice>
        <mc:Fallback xmlns="">
          <p:sp>
            <p:nvSpPr>
              <p:cNvPr id="13" name="ZoneTexte 12">
                <a:extLst>
                  <a:ext uri="{FF2B5EF4-FFF2-40B4-BE49-F238E27FC236}">
                    <a16:creationId xmlns:a16="http://schemas.microsoft.com/office/drawing/2014/main" id="{583ED157-648B-166D-482F-82F1B8F92949}"/>
                  </a:ext>
                </a:extLst>
              </p:cNvPr>
              <p:cNvSpPr txBox="1">
                <a:spLocks noRot="1" noChangeAspect="1" noMove="1" noResize="1" noEditPoints="1" noAdjustHandles="1" noChangeArrowheads="1" noChangeShapeType="1" noTextEdit="1"/>
              </p:cNvSpPr>
              <p:nvPr/>
            </p:nvSpPr>
            <p:spPr>
              <a:xfrm>
                <a:off x="2992943" y="3241704"/>
                <a:ext cx="524420" cy="123111"/>
              </a:xfrm>
              <a:prstGeom prst="rect">
                <a:avLst/>
              </a:prstGeom>
              <a:blipFill>
                <a:blip r:embed="rId14"/>
                <a:stretch>
                  <a:fillRect t="-20000" b="-40000"/>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B9E0A722-FA34-9DCC-6D02-2CB9451A3486}"/>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CFCE42C7-2728-BE65-15CD-0A19A00EA22F}"/>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1A9872FF-8567-9E6C-ADA7-D7B1B3623BFD}"/>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9A13C422-551C-5919-5FC4-3704D8F34D52}"/>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 name="Accolade fermante 18">
            <a:extLst>
              <a:ext uri="{FF2B5EF4-FFF2-40B4-BE49-F238E27FC236}">
                <a16:creationId xmlns:a16="http://schemas.microsoft.com/office/drawing/2014/main" id="{43FB0A24-BC79-A9EE-90F7-5E83C935C0DC}"/>
              </a:ext>
            </a:extLst>
          </p:cNvPr>
          <p:cNvSpPr/>
          <p:nvPr/>
        </p:nvSpPr>
        <p:spPr>
          <a:xfrm rot="16200000">
            <a:off x="2190067" y="1821507"/>
            <a:ext cx="257714" cy="2161561"/>
          </a:xfrm>
          <a:prstGeom prst="rightBrace">
            <a:avLst/>
          </a:prstGeom>
          <a:ln>
            <a:solidFill>
              <a:schemeClr val="accent2">
                <a:alpha val="4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0" name="ZoneTexte 19">
            <a:extLst>
              <a:ext uri="{FF2B5EF4-FFF2-40B4-BE49-F238E27FC236}">
                <a16:creationId xmlns:a16="http://schemas.microsoft.com/office/drawing/2014/main" id="{1D55CBE2-F982-00B1-38B5-BBE8F8D3266A}"/>
              </a:ext>
            </a:extLst>
          </p:cNvPr>
          <p:cNvSpPr txBox="1"/>
          <p:nvPr/>
        </p:nvSpPr>
        <p:spPr>
          <a:xfrm>
            <a:off x="1171064" y="2486386"/>
            <a:ext cx="2114015" cy="276999"/>
          </a:xfrm>
          <a:prstGeom prst="rect">
            <a:avLst/>
          </a:prstGeom>
          <a:noFill/>
        </p:spPr>
        <p:txBody>
          <a:bodyPr wrap="square" rtlCol="0">
            <a:spAutoFit/>
          </a:bodyPr>
          <a:lstStyle/>
          <a:p>
            <a:pPr algn="ctr"/>
            <a:r>
              <a:rPr lang="en-GB" sz="1200" dirty="0">
                <a:solidFill>
                  <a:schemeClr val="accent2"/>
                </a:solidFill>
              </a:rPr>
              <a:t>Attention Scores</a:t>
            </a:r>
          </a:p>
        </p:txBody>
      </p:sp>
      <p:cxnSp>
        <p:nvCxnSpPr>
          <p:cNvPr id="26" name="Connecteur en angle 25">
            <a:extLst>
              <a:ext uri="{FF2B5EF4-FFF2-40B4-BE49-F238E27FC236}">
                <a16:creationId xmlns:a16="http://schemas.microsoft.com/office/drawing/2014/main" id="{AA77139B-A2B4-648A-C322-FFF0E4F9781F}"/>
              </a:ext>
            </a:extLst>
          </p:cNvPr>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7" name="Connecteur en angle 26">
            <a:extLst>
              <a:ext uri="{FF2B5EF4-FFF2-40B4-BE49-F238E27FC236}">
                <a16:creationId xmlns:a16="http://schemas.microsoft.com/office/drawing/2014/main" id="{53D3AF75-FF4D-4A6D-17CB-B22669C3319B}"/>
              </a:ext>
            </a:extLst>
          </p:cNvPr>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8" name="Connecteur en angle 27">
            <a:extLst>
              <a:ext uri="{FF2B5EF4-FFF2-40B4-BE49-F238E27FC236}">
                <a16:creationId xmlns:a16="http://schemas.microsoft.com/office/drawing/2014/main" id="{3EF4CDED-C7BB-BD1A-12C7-4C39D685A226}"/>
              </a:ext>
            </a:extLst>
          </p:cNvPr>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Connecteur en angle 28">
            <a:extLst>
              <a:ext uri="{FF2B5EF4-FFF2-40B4-BE49-F238E27FC236}">
                <a16:creationId xmlns:a16="http://schemas.microsoft.com/office/drawing/2014/main" id="{D0FB1994-EC88-9E8D-068E-4DF290F7860E}"/>
              </a:ext>
            </a:extLst>
          </p:cNvPr>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92BE0E98-9C0E-3A0A-CF8F-4126F5375329}"/>
                  </a:ext>
                </a:extLst>
              </p:cNvPr>
              <p:cNvSpPr txBox="1"/>
              <p:nvPr/>
            </p:nvSpPr>
            <p:spPr>
              <a:xfrm>
                <a:off x="3652159" y="5425922"/>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30" name="ZoneTexte 29">
                <a:extLst>
                  <a:ext uri="{FF2B5EF4-FFF2-40B4-BE49-F238E27FC236}">
                    <a16:creationId xmlns:a16="http://schemas.microsoft.com/office/drawing/2014/main" id="{92BE0E98-9C0E-3A0A-CF8F-4126F5375329}"/>
                  </a:ext>
                </a:extLst>
              </p:cNvPr>
              <p:cNvSpPr txBox="1">
                <a:spLocks noRot="1" noChangeAspect="1" noMove="1" noResize="1" noEditPoints="1" noAdjustHandles="1" noChangeArrowheads="1" noChangeShapeType="1" noTextEdit="1"/>
              </p:cNvSpPr>
              <p:nvPr/>
            </p:nvSpPr>
            <p:spPr>
              <a:xfrm>
                <a:off x="3652159" y="5425922"/>
                <a:ext cx="198644" cy="215444"/>
              </a:xfrm>
              <a:prstGeom prst="rect">
                <a:avLst/>
              </a:prstGeom>
              <a:blipFill>
                <a:blip r:embed="rId15"/>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775734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D7B3-C6AC-AE7D-1D40-468E3594C2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4CF3D2-BE0A-E75B-0192-173D121B39BD}"/>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D407783F-7A24-856F-6E82-AA84870FC117}"/>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AF307D9E-5D04-E81C-1503-6EFA663A0453}"/>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6535808C-654B-A331-79E7-9735B0B3E8E7}"/>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6535808C-654B-A331-79E7-9735B0B3E8E7}"/>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E71AF0F3-80DE-291E-1C01-EF96858D064A}"/>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CFB212F5-FEA2-CA29-BC0F-DB2A66D622E2}"/>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3CE98895-5E88-2B1F-CE5B-CA033E5EA72A}"/>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3CE98895-5E88-2B1F-CE5B-CA033E5EA72A}"/>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ED15E30B-A4C7-B679-D320-1BE7488DF759}"/>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3A088214-1CE1-6D7B-FA1A-0CA0818D76FD}"/>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6F2CA8E1-2EB0-7000-67CB-FE703383B40C}"/>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25" name="Rectangle : coins arrondis 124">
            <a:extLst>
              <a:ext uri="{FF2B5EF4-FFF2-40B4-BE49-F238E27FC236}">
                <a16:creationId xmlns:a16="http://schemas.microsoft.com/office/drawing/2014/main" id="{FDBE7123-5380-DE4F-6BDB-FD9121B1D4AF}"/>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09DF186E-D7B2-1F5E-FB9A-B113F01B78EC}"/>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7479934C-F186-181A-EF02-59B6BDAB04E6}"/>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C6ED4AAF-E5E0-CB00-9597-95283B00B204}"/>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B7D5F82B-864C-1AA9-605C-6E9C50E38622}"/>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B7D5F82B-864C-1AA9-605C-6E9C50E38622}"/>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C14B564B-8EDC-76DF-E5FF-325D3DC1F399}"/>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C14B564B-8EDC-76DF-E5FF-325D3DC1F399}"/>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6"/>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D9C9242E-9CA3-4310-8739-6A63D6A663B3}"/>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C4AD3457-196B-FB2A-0C6D-A16C8C0094B8}"/>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6EB172A6-E094-EC3E-DCC6-7548DAAF234C}"/>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71089720-3840-D6B8-2937-8A87BF893819}"/>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7E485783-8757-F3FC-7855-FAB183336515}"/>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E2A89F05-3E44-D4F1-AF47-AA818516D899}"/>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00B15A61-E7D4-9138-E115-3731F2E8549C}"/>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9951A8C3-95CC-7F85-B7A4-A28469D0ABD2}"/>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5DF0FDEF-5FA3-2094-7D0D-47D7935FA678}"/>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23BB7D9B-C196-8065-1DA4-DF628395EBBD}"/>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7DA01756-8FA5-E5E7-8063-D8FCDF5CDB25}"/>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73FFD939-EB82-B119-DF2F-DDE745497FCA}"/>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F2875A6F-AC2A-40D3-FF2D-7066E8829F89}"/>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12AEE9D1-1660-5D6E-E485-552119765EE0}"/>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6BD9C67A-AA31-6670-DEB1-6D199AB976C5}"/>
                  </a:ext>
                </a:extLst>
              </p:cNvPr>
              <p:cNvSpPr txBox="1"/>
              <p:nvPr/>
            </p:nvSpPr>
            <p:spPr>
              <a:xfrm>
                <a:off x="1171064" y="4913799"/>
                <a:ext cx="214866" cy="215444"/>
              </a:xfrm>
              <a:prstGeom prst="rect">
                <a:avLst/>
              </a:prstGeom>
              <a:solidFill>
                <a:srgbClr val="00B05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tx1"/>
                              </a:solidFill>
                              <a:latin typeface="Cambria Math" panose="02040503050406030204" pitchFamily="18" charset="0"/>
                            </a:rPr>
                          </m:ctrlPr>
                        </m:sSubPr>
                        <m:e>
                          <m:r>
                            <a:rPr lang="fr-FR" sz="1400" b="0" i="1" smtClean="0">
                              <a:solidFill>
                                <a:schemeClr val="tx1"/>
                              </a:solidFill>
                              <a:latin typeface="Cambria Math" panose="02040503050406030204" pitchFamily="18" charset="0"/>
                            </a:rPr>
                            <m:t>h</m:t>
                          </m:r>
                        </m:e>
                        <m:sub>
                          <m:r>
                            <a:rPr lang="fr-FR" sz="1400" b="0" i="1" smtClean="0">
                              <a:solidFill>
                                <a:schemeClr val="tx1"/>
                              </a:solidFill>
                              <a:latin typeface="Cambria Math" panose="02040503050406030204" pitchFamily="18" charset="0"/>
                            </a:rPr>
                            <m:t>1</m:t>
                          </m:r>
                        </m:sub>
                      </m:sSub>
                    </m:oMath>
                  </m:oMathPara>
                </a14:m>
                <a:endParaRPr lang="en-GB" sz="1400" dirty="0">
                  <a:solidFill>
                    <a:schemeClr val="tx1"/>
                  </a:solidFill>
                </a:endParaRPr>
              </a:p>
            </p:txBody>
          </p:sp>
        </mc:Choice>
        <mc:Fallback xmlns="">
          <p:sp>
            <p:nvSpPr>
              <p:cNvPr id="206" name="ZoneTexte 205">
                <a:extLst>
                  <a:ext uri="{FF2B5EF4-FFF2-40B4-BE49-F238E27FC236}">
                    <a16:creationId xmlns:a16="http://schemas.microsoft.com/office/drawing/2014/main" id="{6BD9C67A-AA31-6670-DEB1-6D199AB976C5}"/>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7"/>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9B641A4C-8C41-5DAC-D144-92B6005A4774}"/>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9B641A4C-8C41-5DAC-D144-92B6005A4774}"/>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8"/>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DA5A1A62-1599-076D-794A-4BB927C01FE8}"/>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DA5A1A62-1599-076D-794A-4BB927C01FE8}"/>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3B4BBB85-D33C-DA8C-5426-A84FE7626EFD}"/>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3B4BBB85-D33C-DA8C-5426-A84FE7626EFD}"/>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p:sp>
        <p:nvSpPr>
          <p:cNvPr id="211" name="ZoneTexte 210">
            <a:extLst>
              <a:ext uri="{FF2B5EF4-FFF2-40B4-BE49-F238E27FC236}">
                <a16:creationId xmlns:a16="http://schemas.microsoft.com/office/drawing/2014/main" id="{72A3ADB2-3E42-CC9D-54D8-C525D914F8C9}"/>
              </a:ext>
            </a:extLst>
          </p:cNvPr>
          <p:cNvSpPr txBox="1"/>
          <p:nvPr/>
        </p:nvSpPr>
        <p:spPr>
          <a:xfrm>
            <a:off x="4110612" y="2196723"/>
            <a:ext cx="3005805" cy="646331"/>
          </a:xfrm>
          <a:prstGeom prst="rect">
            <a:avLst/>
          </a:prstGeom>
          <a:noFill/>
          <a:ln>
            <a:solidFill>
              <a:schemeClr val="accent2"/>
            </a:solidFill>
          </a:ln>
        </p:spPr>
        <p:txBody>
          <a:bodyPr wrap="square" rtlCol="0">
            <a:spAutoFit/>
          </a:bodyPr>
          <a:lstStyle/>
          <a:p>
            <a:r>
              <a:rPr lang="en-GB" sz="1200" b="1" dirty="0">
                <a:solidFill>
                  <a:schemeClr val="tx1"/>
                </a:solidFill>
              </a:rPr>
              <a:t>How much ”attention” should each encoder hidden state be given for this decoder timestep.</a:t>
            </a:r>
          </a:p>
        </p:txBody>
      </p:sp>
      <p:cxnSp>
        <p:nvCxnSpPr>
          <p:cNvPr id="213" name="Connecteur en arc 212">
            <a:extLst>
              <a:ext uri="{FF2B5EF4-FFF2-40B4-BE49-F238E27FC236}">
                <a16:creationId xmlns:a16="http://schemas.microsoft.com/office/drawing/2014/main" id="{00643770-E87C-942F-EF6C-4F7449E60198}"/>
              </a:ext>
            </a:extLst>
          </p:cNvPr>
          <p:cNvCxnSpPr>
            <a:cxnSpLocks/>
            <a:stCxn id="211" idx="1"/>
            <a:endCxn id="20" idx="0"/>
          </p:cNvCxnSpPr>
          <p:nvPr/>
        </p:nvCxnSpPr>
        <p:spPr>
          <a:xfrm rot="10800000">
            <a:off x="2228072" y="2486387"/>
            <a:ext cx="1882540" cy="33503"/>
          </a:xfrm>
          <a:prstGeom prst="curvedConnector4">
            <a:avLst>
              <a:gd name="adj1" fmla="val 21926"/>
              <a:gd name="adj2" fmla="val 782327"/>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896DD657-7E8E-0024-1A9C-03A5F51AD59E}"/>
                  </a:ext>
                </a:extLst>
              </p:cNvPr>
              <p:cNvSpPr txBox="1"/>
              <p:nvPr/>
            </p:nvSpPr>
            <p:spPr>
              <a:xfrm>
                <a:off x="1409161" y="3227046"/>
                <a:ext cx="180000" cy="123111"/>
              </a:xfrm>
              <a:prstGeom prst="rect">
                <a:avLst/>
              </a:prstGeom>
              <a:solidFill>
                <a:srgbClr val="00B050">
                  <a:alpha val="40000"/>
                </a:srgb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tx1"/>
                          </a:solidFill>
                          <a:latin typeface="Cambria Math" panose="02040503050406030204" pitchFamily="18" charset="0"/>
                        </a:rPr>
                        <m:t>90</m:t>
                      </m:r>
                    </m:oMath>
                  </m:oMathPara>
                </a14:m>
                <a:endParaRPr lang="en-GB" sz="800" dirty="0">
                  <a:solidFill>
                    <a:schemeClr val="tx1"/>
                  </a:solidFill>
                </a:endParaRPr>
              </a:p>
            </p:txBody>
          </p:sp>
        </mc:Choice>
        <mc:Fallback xmlns="">
          <p:sp>
            <p:nvSpPr>
              <p:cNvPr id="3" name="ZoneTexte 2">
                <a:extLst>
                  <a:ext uri="{FF2B5EF4-FFF2-40B4-BE49-F238E27FC236}">
                    <a16:creationId xmlns:a16="http://schemas.microsoft.com/office/drawing/2014/main" id="{896DD657-7E8E-0024-1A9C-03A5F51AD59E}"/>
                  </a:ext>
                </a:extLst>
              </p:cNvPr>
              <p:cNvSpPr txBox="1">
                <a:spLocks noRot="1" noChangeAspect="1" noMove="1" noResize="1" noEditPoints="1" noAdjustHandles="1" noChangeArrowheads="1" noChangeShapeType="1" noTextEdit="1"/>
              </p:cNvSpPr>
              <p:nvPr/>
            </p:nvSpPr>
            <p:spPr>
              <a:xfrm>
                <a:off x="1409161" y="3227046"/>
                <a:ext cx="180000" cy="123111"/>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08F79DF-2C65-E158-7FAC-D75764CDA8CE}"/>
                  </a:ext>
                </a:extLst>
              </p:cNvPr>
              <p:cNvSpPr txBox="1"/>
              <p:nvPr/>
            </p:nvSpPr>
            <p:spPr>
              <a:xfrm>
                <a:off x="1933581" y="3237050"/>
                <a:ext cx="180000" cy="123111"/>
              </a:xfrm>
              <a:prstGeom prst="rect">
                <a:avLst/>
              </a:prstGeom>
              <a:solidFill>
                <a:srgbClr val="00B050">
                  <a:alpha val="40000"/>
                </a:srgb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tx1"/>
                          </a:solidFill>
                          <a:latin typeface="Cambria Math" panose="02040503050406030204" pitchFamily="18" charset="0"/>
                        </a:rPr>
                        <m:t>57</m:t>
                      </m:r>
                    </m:oMath>
                  </m:oMathPara>
                </a14:m>
                <a:endParaRPr lang="en-GB" sz="800" dirty="0">
                  <a:solidFill>
                    <a:schemeClr val="tx1"/>
                  </a:solidFill>
                </a:endParaRPr>
              </a:p>
            </p:txBody>
          </p:sp>
        </mc:Choice>
        <mc:Fallback xmlns="">
          <p:sp>
            <p:nvSpPr>
              <p:cNvPr id="11" name="ZoneTexte 10">
                <a:extLst>
                  <a:ext uri="{FF2B5EF4-FFF2-40B4-BE49-F238E27FC236}">
                    <a16:creationId xmlns:a16="http://schemas.microsoft.com/office/drawing/2014/main" id="{608F79DF-2C65-E158-7FAC-D75764CDA8CE}"/>
                  </a:ext>
                </a:extLst>
              </p:cNvPr>
              <p:cNvSpPr txBox="1">
                <a:spLocks noRot="1" noChangeAspect="1" noMove="1" noResize="1" noEditPoints="1" noAdjustHandles="1" noChangeArrowheads="1" noChangeShapeType="1" noTextEdit="1"/>
              </p:cNvSpPr>
              <p:nvPr/>
            </p:nvSpPr>
            <p:spPr>
              <a:xfrm>
                <a:off x="1933581" y="3237050"/>
                <a:ext cx="180000" cy="123111"/>
              </a:xfrm>
              <a:prstGeom prst="rect">
                <a:avLst/>
              </a:prstGeom>
              <a:blipFill>
                <a:blip r:embed="rId12"/>
                <a:stretch>
                  <a:fillRect l="-6667" t="-9091" r="-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F7B3297-0059-D27E-ABA7-704C4B49062F}"/>
                  </a:ext>
                </a:extLst>
              </p:cNvPr>
              <p:cNvSpPr txBox="1"/>
              <p:nvPr/>
            </p:nvSpPr>
            <p:spPr>
              <a:xfrm>
                <a:off x="2489295" y="3247051"/>
                <a:ext cx="180000" cy="123111"/>
              </a:xfrm>
              <a:prstGeom prst="rect">
                <a:avLst/>
              </a:prstGeom>
              <a:solidFill>
                <a:srgbClr val="00B050">
                  <a:alpha val="40000"/>
                </a:srgb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tx1"/>
                          </a:solidFill>
                          <a:latin typeface="Cambria Math" panose="02040503050406030204" pitchFamily="18" charset="0"/>
                        </a:rPr>
                        <m:t>23</m:t>
                      </m:r>
                    </m:oMath>
                  </m:oMathPara>
                </a14:m>
                <a:endParaRPr lang="en-GB" sz="800" dirty="0">
                  <a:solidFill>
                    <a:schemeClr val="tx1"/>
                  </a:solidFill>
                </a:endParaRPr>
              </a:p>
            </p:txBody>
          </p:sp>
        </mc:Choice>
        <mc:Fallback xmlns="">
          <p:sp>
            <p:nvSpPr>
              <p:cNvPr id="12" name="ZoneTexte 11">
                <a:extLst>
                  <a:ext uri="{FF2B5EF4-FFF2-40B4-BE49-F238E27FC236}">
                    <a16:creationId xmlns:a16="http://schemas.microsoft.com/office/drawing/2014/main" id="{3F7B3297-0059-D27E-ABA7-704C4B49062F}"/>
                  </a:ext>
                </a:extLst>
              </p:cNvPr>
              <p:cNvSpPr txBox="1">
                <a:spLocks noRot="1" noChangeAspect="1" noMove="1" noResize="1" noEditPoints="1" noAdjustHandles="1" noChangeArrowheads="1" noChangeShapeType="1" noTextEdit="1"/>
              </p:cNvSpPr>
              <p:nvPr/>
            </p:nvSpPr>
            <p:spPr>
              <a:xfrm>
                <a:off x="2489295" y="3247051"/>
                <a:ext cx="180000" cy="123111"/>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C067AADC-1A51-5ABB-D7B3-CF00CD0E727F}"/>
                  </a:ext>
                </a:extLst>
              </p:cNvPr>
              <p:cNvSpPr txBox="1"/>
              <p:nvPr/>
            </p:nvSpPr>
            <p:spPr>
              <a:xfrm>
                <a:off x="3032698" y="3241704"/>
                <a:ext cx="180000" cy="123111"/>
              </a:xfrm>
              <a:prstGeom prst="rect">
                <a:avLst/>
              </a:prstGeom>
              <a:solidFill>
                <a:srgbClr val="00B050">
                  <a:alpha val="40000"/>
                </a:srgb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tx1"/>
                          </a:solidFill>
                          <a:latin typeface="Cambria Math" panose="02040503050406030204" pitchFamily="18" charset="0"/>
                        </a:rPr>
                        <m:t>9</m:t>
                      </m:r>
                    </m:oMath>
                  </m:oMathPara>
                </a14:m>
                <a:endParaRPr lang="en-GB" sz="800" dirty="0">
                  <a:solidFill>
                    <a:schemeClr val="tx1"/>
                  </a:solidFill>
                </a:endParaRPr>
              </a:p>
            </p:txBody>
          </p:sp>
        </mc:Choice>
        <mc:Fallback xmlns="">
          <p:sp>
            <p:nvSpPr>
              <p:cNvPr id="13" name="ZoneTexte 12">
                <a:extLst>
                  <a:ext uri="{FF2B5EF4-FFF2-40B4-BE49-F238E27FC236}">
                    <a16:creationId xmlns:a16="http://schemas.microsoft.com/office/drawing/2014/main" id="{C067AADC-1A51-5ABB-D7B3-CF00CD0E727F}"/>
                  </a:ext>
                </a:extLst>
              </p:cNvPr>
              <p:cNvSpPr txBox="1">
                <a:spLocks noRot="1" noChangeAspect="1" noMove="1" noResize="1" noEditPoints="1" noAdjustHandles="1" noChangeArrowheads="1" noChangeShapeType="1" noTextEdit="1"/>
              </p:cNvSpPr>
              <p:nvPr/>
            </p:nvSpPr>
            <p:spPr>
              <a:xfrm>
                <a:off x="3032698" y="3241704"/>
                <a:ext cx="180000" cy="123111"/>
              </a:xfrm>
              <a:prstGeom prst="rect">
                <a:avLst/>
              </a:prstGeom>
              <a:blipFill>
                <a:blip r:embed="rId14"/>
                <a:stretch>
                  <a:fillRect/>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FAEC2585-36FB-1422-5067-6F735D4161CF}"/>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CB90D6A9-E8A7-2608-E864-B43D85932E3D}"/>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DE6E370A-184C-6806-FED3-C1725DF1CE82}"/>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CC2837E3-99F4-FB56-7D38-DFAD0A677D0E}"/>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 name="Accolade fermante 18">
            <a:extLst>
              <a:ext uri="{FF2B5EF4-FFF2-40B4-BE49-F238E27FC236}">
                <a16:creationId xmlns:a16="http://schemas.microsoft.com/office/drawing/2014/main" id="{3EEA82D6-0748-E039-7BDC-5F3BC9359064}"/>
              </a:ext>
            </a:extLst>
          </p:cNvPr>
          <p:cNvSpPr/>
          <p:nvPr/>
        </p:nvSpPr>
        <p:spPr>
          <a:xfrm rot="16200000">
            <a:off x="2190067" y="1821507"/>
            <a:ext cx="257714" cy="2161561"/>
          </a:xfrm>
          <a:prstGeom prst="rightBrace">
            <a:avLst/>
          </a:prstGeom>
          <a:ln>
            <a:solidFill>
              <a:schemeClr val="accent2">
                <a:alpha val="4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0" name="ZoneTexte 19">
            <a:extLst>
              <a:ext uri="{FF2B5EF4-FFF2-40B4-BE49-F238E27FC236}">
                <a16:creationId xmlns:a16="http://schemas.microsoft.com/office/drawing/2014/main" id="{B7C2626C-0A3B-F946-B1D0-844B87613D91}"/>
              </a:ext>
            </a:extLst>
          </p:cNvPr>
          <p:cNvSpPr txBox="1"/>
          <p:nvPr/>
        </p:nvSpPr>
        <p:spPr>
          <a:xfrm>
            <a:off x="1171064" y="2486386"/>
            <a:ext cx="2114015" cy="276999"/>
          </a:xfrm>
          <a:prstGeom prst="rect">
            <a:avLst/>
          </a:prstGeom>
          <a:noFill/>
        </p:spPr>
        <p:txBody>
          <a:bodyPr wrap="square" rtlCol="0">
            <a:spAutoFit/>
          </a:bodyPr>
          <a:lstStyle/>
          <a:p>
            <a:pPr algn="ctr"/>
            <a:r>
              <a:rPr lang="en-GB" sz="1200" dirty="0">
                <a:solidFill>
                  <a:schemeClr val="accent2"/>
                </a:solidFill>
              </a:rPr>
              <a:t>Attention Scores</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51CAFABA-89DA-9EAA-8DB8-CF0C05794003}"/>
                  </a:ext>
                </a:extLst>
              </p:cNvPr>
              <p:cNvSpPr txBox="1"/>
              <p:nvPr/>
            </p:nvSpPr>
            <p:spPr>
              <a:xfrm>
                <a:off x="5613514" y="3067772"/>
                <a:ext cx="5488964" cy="461665"/>
              </a:xfrm>
              <a:prstGeom prst="rect">
                <a:avLst/>
              </a:prstGeom>
              <a:noFill/>
              <a:ln>
                <a:solidFill>
                  <a:schemeClr val="accent2"/>
                </a:solidFill>
              </a:ln>
            </p:spPr>
            <p:txBody>
              <a:bodyPr wrap="square" rtlCol="0">
                <a:spAutoFit/>
              </a:bodyPr>
              <a:lstStyle/>
              <a:p>
                <a:r>
                  <a:rPr lang="en-GB" sz="1200" b="1" dirty="0">
                    <a:solidFill>
                      <a:schemeClr val="tx1"/>
                    </a:solidFill>
                  </a:rPr>
                  <a:t>In this example, the first hidden state</a:t>
                </a:r>
                <a:r>
                  <a:rPr lang="fr-FR" sz="1200" b="1" dirty="0">
                    <a:solidFill>
                      <a:schemeClr val="tx1"/>
                    </a:solidFill>
                  </a:rPr>
                  <a:t> </a:t>
                </a:r>
                <a14:m>
                  <m:oMath xmlns:m="http://schemas.openxmlformats.org/officeDocument/2006/math">
                    <m:sSub>
                      <m:sSubPr>
                        <m:ctrlPr>
                          <a:rPr lang="fr-FR" sz="1200" b="1" i="1" smtClean="0">
                            <a:solidFill>
                              <a:schemeClr val="tx1"/>
                            </a:solidFill>
                            <a:latin typeface="Cambria Math" panose="02040503050406030204" pitchFamily="18" charset="0"/>
                          </a:rPr>
                        </m:ctrlPr>
                      </m:sSubPr>
                      <m:e>
                        <m:r>
                          <a:rPr lang="fr-FR" sz="1200" b="1" i="1" smtClean="0">
                            <a:solidFill>
                              <a:schemeClr val="tx1"/>
                            </a:solidFill>
                            <a:latin typeface="Cambria Math" panose="02040503050406030204" pitchFamily="18" charset="0"/>
                          </a:rPr>
                          <m:t>𝒉</m:t>
                        </m:r>
                      </m:e>
                      <m:sub>
                        <m:r>
                          <a:rPr lang="fr-FR" sz="1200" b="1" i="1" smtClean="0">
                            <a:solidFill>
                              <a:schemeClr val="tx1"/>
                            </a:solidFill>
                            <a:latin typeface="Cambria Math" panose="02040503050406030204" pitchFamily="18" charset="0"/>
                          </a:rPr>
                          <m:t>𝟏</m:t>
                        </m:r>
                      </m:sub>
                    </m:sSub>
                  </m:oMath>
                </a14:m>
                <a:r>
                  <a:rPr lang="en-GB" sz="1200" b="1" dirty="0"/>
                  <a:t> gets the most attention</a:t>
                </a:r>
                <a:r>
                  <a:rPr lang="en-GB" sz="1200" b="1" dirty="0">
                    <a:solidFill>
                      <a:schemeClr val="tx1"/>
                    </a:solidFill>
                  </a:rPr>
                  <a:t> because of its higher score and the last hidden state the least.</a:t>
                </a:r>
              </a:p>
            </p:txBody>
          </p:sp>
        </mc:Choice>
        <mc:Fallback xmlns="">
          <p:sp>
            <p:nvSpPr>
              <p:cNvPr id="7" name="ZoneTexte 6">
                <a:extLst>
                  <a:ext uri="{FF2B5EF4-FFF2-40B4-BE49-F238E27FC236}">
                    <a16:creationId xmlns:a16="http://schemas.microsoft.com/office/drawing/2014/main" id="{51CAFABA-89DA-9EAA-8DB8-CF0C05794003}"/>
                  </a:ext>
                </a:extLst>
              </p:cNvPr>
              <p:cNvSpPr txBox="1">
                <a:spLocks noRot="1" noChangeAspect="1" noMove="1" noResize="1" noEditPoints="1" noAdjustHandles="1" noChangeArrowheads="1" noChangeShapeType="1" noTextEdit="1"/>
              </p:cNvSpPr>
              <p:nvPr/>
            </p:nvSpPr>
            <p:spPr>
              <a:xfrm>
                <a:off x="5613514" y="3067772"/>
                <a:ext cx="5488964" cy="461665"/>
              </a:xfrm>
              <a:prstGeom prst="rect">
                <a:avLst/>
              </a:prstGeom>
              <a:blipFill>
                <a:blip r:embed="rId15"/>
                <a:stretch>
                  <a:fillRect b="-5128"/>
                </a:stretch>
              </a:blipFill>
              <a:ln>
                <a:solidFill>
                  <a:schemeClr val="accent2"/>
                </a:solidFill>
              </a:ln>
            </p:spPr>
            <p:txBody>
              <a:bodyPr/>
              <a:lstStyle/>
              <a:p>
                <a:r>
                  <a:rPr lang="en-GB">
                    <a:noFill/>
                  </a:rPr>
                  <a:t> </a:t>
                </a:r>
              </a:p>
            </p:txBody>
          </p:sp>
        </mc:Fallback>
      </mc:AlternateContent>
      <p:cxnSp>
        <p:nvCxnSpPr>
          <p:cNvPr id="10" name="Connecteur en angle 9">
            <a:extLst>
              <a:ext uri="{FF2B5EF4-FFF2-40B4-BE49-F238E27FC236}">
                <a16:creationId xmlns:a16="http://schemas.microsoft.com/office/drawing/2014/main" id="{4AA3BA83-377A-B41B-FE86-3EA389A0EE70}"/>
              </a:ext>
            </a:extLst>
          </p:cNvPr>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en angle 20">
            <a:extLst>
              <a:ext uri="{FF2B5EF4-FFF2-40B4-BE49-F238E27FC236}">
                <a16:creationId xmlns:a16="http://schemas.microsoft.com/office/drawing/2014/main" id="{E3B54F62-A0D2-D491-17ED-1BDAD335A286}"/>
              </a:ext>
            </a:extLst>
          </p:cNvPr>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en angle 21">
            <a:extLst>
              <a:ext uri="{FF2B5EF4-FFF2-40B4-BE49-F238E27FC236}">
                <a16:creationId xmlns:a16="http://schemas.microsoft.com/office/drawing/2014/main" id="{706D61A2-CD6F-40FC-E330-27D6EFF907DF}"/>
              </a:ext>
            </a:extLst>
          </p:cNvPr>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en angle 22">
            <a:extLst>
              <a:ext uri="{FF2B5EF4-FFF2-40B4-BE49-F238E27FC236}">
                <a16:creationId xmlns:a16="http://schemas.microsoft.com/office/drawing/2014/main" id="{94349D17-862A-B965-6031-1B21A1EBE5F8}"/>
              </a:ext>
            </a:extLst>
          </p:cNvPr>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A28B351B-1568-5857-E295-D99D08CB1B2E}"/>
                  </a:ext>
                </a:extLst>
              </p:cNvPr>
              <p:cNvSpPr txBox="1"/>
              <p:nvPr/>
            </p:nvSpPr>
            <p:spPr>
              <a:xfrm>
                <a:off x="3652159" y="5425922"/>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24" name="ZoneTexte 23">
                <a:extLst>
                  <a:ext uri="{FF2B5EF4-FFF2-40B4-BE49-F238E27FC236}">
                    <a16:creationId xmlns:a16="http://schemas.microsoft.com/office/drawing/2014/main" id="{A28B351B-1568-5857-E295-D99D08CB1B2E}"/>
                  </a:ext>
                </a:extLst>
              </p:cNvPr>
              <p:cNvSpPr txBox="1">
                <a:spLocks noRot="1" noChangeAspect="1" noMove="1" noResize="1" noEditPoints="1" noAdjustHandles="1" noChangeArrowheads="1" noChangeShapeType="1" noTextEdit="1"/>
              </p:cNvSpPr>
              <p:nvPr/>
            </p:nvSpPr>
            <p:spPr>
              <a:xfrm>
                <a:off x="3652159" y="5425922"/>
                <a:ext cx="198644" cy="215444"/>
              </a:xfrm>
              <a:prstGeom prst="rect">
                <a:avLst/>
              </a:prstGeom>
              <a:blipFill>
                <a:blip r:embed="rId16"/>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46007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6242C-C801-E4F0-46E9-CB7E699B6EFD}"/>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AB8D7DA0-5CB9-BAA8-7167-6449253A2B18}"/>
              </a:ext>
            </a:extLst>
          </p:cNvPr>
          <p:cNvSpPr/>
          <p:nvPr/>
        </p:nvSpPr>
        <p:spPr>
          <a:xfrm>
            <a:off x="1171065" y="2887078"/>
            <a:ext cx="2322426" cy="250683"/>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2" name="Titre 1">
            <a:extLst>
              <a:ext uri="{FF2B5EF4-FFF2-40B4-BE49-F238E27FC236}">
                <a16:creationId xmlns:a16="http://schemas.microsoft.com/office/drawing/2014/main" id="{475B2581-55CB-0862-36C3-8B9CCC459A19}"/>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5835A6E2-4DE1-3679-2948-A4D670E07778}"/>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2BE86893-C7B9-96B7-4520-770132CB1640}"/>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B37FFBEC-A32D-F667-0818-828FAEDD3C34}"/>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B37FFBEC-A32D-F667-0818-828FAEDD3C34}"/>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19437291-7C90-7612-D227-69AEE43D2881}"/>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16C1C098-8B86-5D2E-0B03-4950D1E6A207}"/>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3A0B4FF6-801D-751A-24F9-CCDA282C82D2}"/>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3A0B4FF6-801D-751A-24F9-CCDA282C82D2}"/>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29DD090B-4602-774A-29AA-58BC9C3D63F2}"/>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49367CCF-E238-13C1-F24E-FFFDCC137920}"/>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A2982751-4A99-18A7-2F28-C8FAE40A4432}"/>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25" name="Rectangle : coins arrondis 124">
            <a:extLst>
              <a:ext uri="{FF2B5EF4-FFF2-40B4-BE49-F238E27FC236}">
                <a16:creationId xmlns:a16="http://schemas.microsoft.com/office/drawing/2014/main" id="{01E593F6-7A2B-F354-52AD-A1213CC762E8}"/>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2068CE7C-8680-475F-C48F-2D9E62FDF97D}"/>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ADC40530-9C08-BCFF-667F-48B78A8D91B0}"/>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36B38C20-AE3B-29A4-9DBC-F12584CE7353}"/>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6ACF76F8-0EFD-C9F7-CEB0-239E3338F145}"/>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6ACF76F8-0EFD-C9F7-CEB0-239E3338F145}"/>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7F09EA21-1539-C0BA-F020-F94C273BEEC3}"/>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7F09EA21-1539-C0BA-F020-F94C273BEEC3}"/>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6"/>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E046B3B7-5E79-E332-DE76-37D758428984}"/>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088EB815-41BD-5F88-D958-E01CB75CC4C1}"/>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E9AD0895-A571-374B-4EB2-77BD668E2F78}"/>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914AD811-DF81-40A1-8FAB-76FEB74F9E8D}"/>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F810BBBA-ED60-3493-C2B7-4CB388A7301C}"/>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2645142D-FF71-3A51-3706-605B3350DA66}"/>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407BF915-D571-1B78-F8A5-E5B744EC0A8C}"/>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ADF1E476-2781-EB1D-6C7B-0CD6FF33AA26}"/>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B8D13845-AA36-4C6C-03CA-03F9F8C1A613}"/>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E38035A7-49BF-7DA6-E9FC-ECC3269CF174}"/>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B8E32760-E54E-0D16-8269-DE85EC3571FE}"/>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9A2E75E1-0735-A3D2-34A5-A762D84A1CE5}"/>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113184E9-0EC5-9769-5F96-26EB80E312CE}"/>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BC6310B6-B6DB-1769-7655-5500EE980BDA}"/>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B799B38D-A986-2EFD-00B1-6A5FC6E356CA}"/>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B799B38D-A986-2EFD-00B1-6A5FC6E356CA}"/>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7"/>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1EE9A70F-8861-AD57-3906-8C3A8C813C2D}"/>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1EE9A70F-8861-AD57-3906-8C3A8C813C2D}"/>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8"/>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1796F23F-2780-2BDF-DFB5-8339EB303E76}"/>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1796F23F-2780-2BDF-DFB5-8339EB303E76}"/>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C161B9BF-BEC0-2870-3031-9C4B73FC9C06}"/>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C161B9BF-BEC0-2870-3031-9C4B73FC9C06}"/>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1" name="ZoneTexte 210">
                <a:extLst>
                  <a:ext uri="{FF2B5EF4-FFF2-40B4-BE49-F238E27FC236}">
                    <a16:creationId xmlns:a16="http://schemas.microsoft.com/office/drawing/2014/main" id="{403A0A52-4803-AE80-989C-2FCD586859DC}"/>
                  </a:ext>
                </a:extLst>
              </p:cNvPr>
              <p:cNvSpPr txBox="1"/>
              <p:nvPr/>
            </p:nvSpPr>
            <p:spPr>
              <a:xfrm>
                <a:off x="5845201" y="2729512"/>
                <a:ext cx="2835567" cy="1577868"/>
              </a:xfrm>
              <a:prstGeom prst="rect">
                <a:avLst/>
              </a:prstGeom>
              <a:noFill/>
              <a:ln>
                <a:solidFill>
                  <a:schemeClr val="accent2"/>
                </a:solidFill>
              </a:ln>
            </p:spPr>
            <p:txBody>
              <a:bodyPr wrap="square" rtlCol="0">
                <a:spAutoFit/>
              </a:bodyPr>
              <a:lstStyle/>
              <a:p>
                <a:r>
                  <a:rPr lang="en-GB" sz="1200" b="1" dirty="0">
                    <a:solidFill>
                      <a:schemeClr val="tx1"/>
                    </a:solidFill>
                  </a:rPr>
                  <a:t>Attention Weights (</a:t>
                </a:r>
                <a14:m>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𝑖</m:t>
                        </m:r>
                        <m:r>
                          <a:rPr lang="fr-FR" sz="1200" b="0" i="1" smtClean="0">
                            <a:latin typeface="Cambria Math" panose="02040503050406030204" pitchFamily="18" charset="0"/>
                          </a:rPr>
                          <m:t>,0</m:t>
                        </m:r>
                      </m:sub>
                    </m:sSub>
                  </m:oMath>
                </a14:m>
                <a:r>
                  <a:rPr lang="en-GB" sz="1200" b="1" dirty="0">
                    <a:solidFill>
                      <a:schemeClr val="tx1"/>
                    </a:solidFill>
                  </a:rPr>
                  <a:t>)</a:t>
                </a:r>
              </a:p>
              <a:p>
                <a:r>
                  <a:rPr lang="en-GB" sz="1200" dirty="0"/>
                  <a:t>The scores went through a softmax function to transform them into a distribution that adds up to 1.</a:t>
                </a:r>
              </a:p>
              <a:p>
                <a:r>
                  <a:rPr lang="en-GB" sz="1200" dirty="0">
                    <a:solidFill>
                      <a:schemeClr val="tx1"/>
                    </a:solidFill>
                  </a:rPr>
                  <a:t>This way</a:t>
                </a:r>
                <a:r>
                  <a:rPr lang="en-GB" sz="1200" dirty="0"/>
                  <a:t> “attention” becomes a proportion that gets assigned differently to each encoder hidden state which is why they are called “Attention Weights”.</a:t>
                </a:r>
                <a:endParaRPr lang="en-GB" sz="1200" dirty="0">
                  <a:solidFill>
                    <a:schemeClr val="tx1"/>
                  </a:solidFill>
                </a:endParaRPr>
              </a:p>
            </p:txBody>
          </p:sp>
        </mc:Choice>
        <mc:Fallback xmlns="">
          <p:sp>
            <p:nvSpPr>
              <p:cNvPr id="211" name="ZoneTexte 210">
                <a:extLst>
                  <a:ext uri="{FF2B5EF4-FFF2-40B4-BE49-F238E27FC236}">
                    <a16:creationId xmlns:a16="http://schemas.microsoft.com/office/drawing/2014/main" id="{403A0A52-4803-AE80-989C-2FCD586859DC}"/>
                  </a:ext>
                </a:extLst>
              </p:cNvPr>
              <p:cNvSpPr txBox="1">
                <a:spLocks noRot="1" noChangeAspect="1" noMove="1" noResize="1" noEditPoints="1" noAdjustHandles="1" noChangeArrowheads="1" noChangeShapeType="1" noTextEdit="1"/>
              </p:cNvSpPr>
              <p:nvPr/>
            </p:nvSpPr>
            <p:spPr>
              <a:xfrm>
                <a:off x="5845201" y="2729512"/>
                <a:ext cx="2835567" cy="1577868"/>
              </a:xfrm>
              <a:prstGeom prst="rect">
                <a:avLst/>
              </a:prstGeom>
              <a:blipFill>
                <a:blip r:embed="rId11"/>
                <a:stretch>
                  <a:fillRect b="-1587"/>
                </a:stretch>
              </a:blipFill>
              <a:ln>
                <a:solidFill>
                  <a:schemeClr val="accent2"/>
                </a:solidFill>
              </a:ln>
            </p:spPr>
            <p:txBody>
              <a:bodyPr/>
              <a:lstStyle/>
              <a:p>
                <a:r>
                  <a:rPr lang="en-GB">
                    <a:noFill/>
                  </a:rPr>
                  <a:t> </a:t>
                </a:r>
              </a:p>
            </p:txBody>
          </p:sp>
        </mc:Fallback>
      </mc:AlternateContent>
      <p:cxnSp>
        <p:nvCxnSpPr>
          <p:cNvPr id="213" name="Connecteur en arc 212">
            <a:extLst>
              <a:ext uri="{FF2B5EF4-FFF2-40B4-BE49-F238E27FC236}">
                <a16:creationId xmlns:a16="http://schemas.microsoft.com/office/drawing/2014/main" id="{7A7263C3-CAF6-E574-6595-87293C9E0546}"/>
              </a:ext>
            </a:extLst>
          </p:cNvPr>
          <p:cNvCxnSpPr>
            <a:cxnSpLocks/>
            <a:stCxn id="211" idx="1"/>
          </p:cNvCxnSpPr>
          <p:nvPr/>
        </p:nvCxnSpPr>
        <p:spPr>
          <a:xfrm rot="10800000">
            <a:off x="3233887" y="2595266"/>
            <a:ext cx="2611314" cy="923181"/>
          </a:xfrm>
          <a:prstGeom prst="curvedConnector3">
            <a:avLst>
              <a:gd name="adj1" fmla="val 50000"/>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3CE1A278-3767-772B-9B3B-B738FD6779C6}"/>
                  </a:ext>
                </a:extLst>
              </p:cNvPr>
              <p:cNvSpPr txBox="1"/>
              <p:nvPr/>
            </p:nvSpPr>
            <p:spPr>
              <a:xfrm>
                <a:off x="136145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3" name="ZoneTexte 2">
                <a:extLst>
                  <a:ext uri="{FF2B5EF4-FFF2-40B4-BE49-F238E27FC236}">
                    <a16:creationId xmlns:a16="http://schemas.microsoft.com/office/drawing/2014/main" id="{3CE1A278-3767-772B-9B3B-B738FD6779C6}"/>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2"/>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843733E-F361-389C-6668-4C5763B09BBD}"/>
                  </a:ext>
                </a:extLst>
              </p:cNvPr>
              <p:cNvSpPr txBox="1"/>
              <p:nvPr/>
            </p:nvSpPr>
            <p:spPr>
              <a:xfrm>
                <a:off x="188587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1" name="ZoneTexte 10">
                <a:extLst>
                  <a:ext uri="{FF2B5EF4-FFF2-40B4-BE49-F238E27FC236}">
                    <a16:creationId xmlns:a16="http://schemas.microsoft.com/office/drawing/2014/main" id="{1843733E-F361-389C-6668-4C5763B09BBD}"/>
                  </a:ext>
                </a:extLst>
              </p:cNvPr>
              <p:cNvSpPr txBox="1">
                <a:spLocks noRot="1" noChangeAspect="1" noMove="1" noResize="1" noEditPoints="1" noAdjustHandles="1" noChangeArrowheads="1" noChangeShapeType="1" noTextEdit="1"/>
              </p:cNvSpPr>
              <p:nvPr/>
            </p:nvSpPr>
            <p:spPr>
              <a:xfrm>
                <a:off x="1885875" y="3227046"/>
                <a:ext cx="524420" cy="123111"/>
              </a:xfrm>
              <a:prstGeom prst="rect">
                <a:avLst/>
              </a:prstGeom>
              <a:blipFill>
                <a:blip r:embed="rId13"/>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93115132-CA99-C742-3B7B-6EA8C431E1E5}"/>
                  </a:ext>
                </a:extLst>
              </p:cNvPr>
              <p:cNvSpPr txBox="1"/>
              <p:nvPr/>
            </p:nvSpPr>
            <p:spPr>
              <a:xfrm>
                <a:off x="2449540"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2" name="ZoneTexte 11">
                <a:extLst>
                  <a:ext uri="{FF2B5EF4-FFF2-40B4-BE49-F238E27FC236}">
                    <a16:creationId xmlns:a16="http://schemas.microsoft.com/office/drawing/2014/main" id="{93115132-CA99-C742-3B7B-6EA8C431E1E5}"/>
                  </a:ext>
                </a:extLst>
              </p:cNvPr>
              <p:cNvSpPr txBox="1">
                <a:spLocks noRot="1" noChangeAspect="1" noMove="1" noResize="1" noEditPoints="1" noAdjustHandles="1" noChangeArrowheads="1" noChangeShapeType="1" noTextEdit="1"/>
              </p:cNvSpPr>
              <p:nvPr/>
            </p:nvSpPr>
            <p:spPr>
              <a:xfrm>
                <a:off x="2449540" y="3227046"/>
                <a:ext cx="524420" cy="123111"/>
              </a:xfrm>
              <a:prstGeom prst="rect">
                <a:avLst/>
              </a:prstGeom>
              <a:blipFill>
                <a:blip r:embed="rId14"/>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6997DECF-D0B7-EFDD-239B-1B9C895FBB89}"/>
                  </a:ext>
                </a:extLst>
              </p:cNvPr>
              <p:cNvSpPr txBox="1"/>
              <p:nvPr/>
            </p:nvSpPr>
            <p:spPr>
              <a:xfrm>
                <a:off x="2971677"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3" name="ZoneTexte 12">
                <a:extLst>
                  <a:ext uri="{FF2B5EF4-FFF2-40B4-BE49-F238E27FC236}">
                    <a16:creationId xmlns:a16="http://schemas.microsoft.com/office/drawing/2014/main" id="{6997DECF-D0B7-EFDD-239B-1B9C895FBB89}"/>
                  </a:ext>
                </a:extLst>
              </p:cNvPr>
              <p:cNvSpPr txBox="1">
                <a:spLocks noRot="1" noChangeAspect="1" noMove="1" noResize="1" noEditPoints="1" noAdjustHandles="1" noChangeArrowheads="1" noChangeShapeType="1" noTextEdit="1"/>
              </p:cNvSpPr>
              <p:nvPr/>
            </p:nvSpPr>
            <p:spPr>
              <a:xfrm>
                <a:off x="2971677" y="3227046"/>
                <a:ext cx="524420" cy="123111"/>
              </a:xfrm>
              <a:prstGeom prst="rect">
                <a:avLst/>
              </a:prstGeom>
              <a:blipFill>
                <a:blip r:embed="rId15"/>
                <a:stretch>
                  <a:fillRect t="-9091" b="-36364"/>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AF3F213A-2152-A2A6-4601-E3F85460FAEA}"/>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DF647A5C-91D8-DCBD-AB8E-00E72D28DAF6}"/>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A2500E64-C00A-257E-8A4D-B40D4C61B6E6}"/>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3CDAF634-8BE2-ABD6-26E6-D023404DC8E7}"/>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7B2639D0-D103-1E65-C66C-1FCF60F0F603}"/>
              </a:ext>
            </a:extLst>
          </p:cNvPr>
          <p:cNvCxnSpPr>
            <a:cxnSpLocks/>
          </p:cNvCxnSpPr>
          <p:nvPr/>
        </p:nvCxnSpPr>
        <p:spPr>
          <a:xfrm flipV="1">
            <a:off x="1389447"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3C6364DD-DB05-DF9B-D192-1F9EE64B69FE}"/>
              </a:ext>
            </a:extLst>
          </p:cNvPr>
          <p:cNvCxnSpPr>
            <a:cxnSpLocks/>
          </p:cNvCxnSpPr>
          <p:nvPr/>
        </p:nvCxnSpPr>
        <p:spPr>
          <a:xfrm flipV="1">
            <a:off x="1907314"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C30E15BB-37E0-59AB-F89D-A890D836E709}"/>
              </a:ext>
            </a:extLst>
          </p:cNvPr>
          <p:cNvCxnSpPr>
            <a:cxnSpLocks/>
          </p:cNvCxnSpPr>
          <p:nvPr/>
        </p:nvCxnSpPr>
        <p:spPr>
          <a:xfrm flipV="1">
            <a:off x="2485521" y="2638934"/>
            <a:ext cx="2606"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5902D0C4-29D5-4C4D-9CC7-2EF5DFC8E522}"/>
              </a:ext>
            </a:extLst>
          </p:cNvPr>
          <p:cNvCxnSpPr>
            <a:cxnSpLocks/>
          </p:cNvCxnSpPr>
          <p:nvPr/>
        </p:nvCxnSpPr>
        <p:spPr>
          <a:xfrm flipV="1">
            <a:off x="2991231" y="2638934"/>
            <a:ext cx="2943"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AA15837B-C3A5-865B-CB67-DD2925E4EC7D}"/>
                  </a:ext>
                </a:extLst>
              </p:cNvPr>
              <p:cNvSpPr txBox="1">
                <a:spLocks noChangeAspect="1"/>
              </p:cNvSpPr>
              <p:nvPr/>
            </p:nvSpPr>
            <p:spPr>
              <a:xfrm>
                <a:off x="1289384" y="2407416"/>
                <a:ext cx="280800" cy="192227"/>
              </a:xfrm>
              <a:prstGeom prst="rect">
                <a:avLst/>
              </a:prstGeom>
              <a:solidFill>
                <a:srgbClr val="FFFF0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1,0</m:t>
                          </m:r>
                        </m:sub>
                      </m:sSub>
                    </m:oMath>
                  </m:oMathPara>
                </a14:m>
                <a:endParaRPr lang="en-GB" sz="1200" dirty="0"/>
              </a:p>
            </p:txBody>
          </p:sp>
        </mc:Choice>
        <mc:Fallback xmlns="">
          <p:sp>
            <p:nvSpPr>
              <p:cNvPr id="24" name="ZoneTexte 23">
                <a:extLst>
                  <a:ext uri="{FF2B5EF4-FFF2-40B4-BE49-F238E27FC236}">
                    <a16:creationId xmlns:a16="http://schemas.microsoft.com/office/drawing/2014/main" id="{AA15837B-C3A5-865B-CB67-DD2925E4EC7D}"/>
                  </a:ext>
                </a:extLst>
              </p:cNvPr>
              <p:cNvSpPr txBox="1">
                <a:spLocks noRot="1" noChangeAspect="1" noMove="1" noResize="1" noEditPoints="1" noAdjustHandles="1" noChangeArrowheads="1" noChangeShapeType="1" noTextEdit="1"/>
              </p:cNvSpPr>
              <p:nvPr/>
            </p:nvSpPr>
            <p:spPr>
              <a:xfrm>
                <a:off x="1289384" y="2407416"/>
                <a:ext cx="280800" cy="192227"/>
              </a:xfrm>
              <a:prstGeom prst="rect">
                <a:avLst/>
              </a:prstGeom>
              <a:blipFill>
                <a:blip r:embed="rId16"/>
                <a:stretch>
                  <a:fillRect l="-8696" r="-4348"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226EFCF5-58BC-82D4-F20E-E25776EDCC28}"/>
                  </a:ext>
                </a:extLst>
              </p:cNvPr>
              <p:cNvSpPr txBox="1">
                <a:spLocks noChangeAspect="1"/>
              </p:cNvSpPr>
              <p:nvPr/>
            </p:nvSpPr>
            <p:spPr>
              <a:xfrm>
                <a:off x="1759720" y="2402388"/>
                <a:ext cx="285335" cy="192873"/>
              </a:xfrm>
              <a:prstGeom prst="rect">
                <a:avLst/>
              </a:prstGeom>
              <a:solidFill>
                <a:srgbClr val="FFFF0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2,0</m:t>
                          </m:r>
                        </m:sub>
                      </m:sSub>
                    </m:oMath>
                  </m:oMathPara>
                </a14:m>
                <a:endParaRPr lang="en-GB" sz="1200" dirty="0"/>
              </a:p>
            </p:txBody>
          </p:sp>
        </mc:Choice>
        <mc:Fallback xmlns="">
          <p:sp>
            <p:nvSpPr>
              <p:cNvPr id="25" name="ZoneTexte 24">
                <a:extLst>
                  <a:ext uri="{FF2B5EF4-FFF2-40B4-BE49-F238E27FC236}">
                    <a16:creationId xmlns:a16="http://schemas.microsoft.com/office/drawing/2014/main" id="{226EFCF5-58BC-82D4-F20E-E25776EDCC28}"/>
                  </a:ext>
                </a:extLst>
              </p:cNvPr>
              <p:cNvSpPr txBox="1">
                <a:spLocks noRot="1" noChangeAspect="1" noMove="1" noResize="1" noEditPoints="1" noAdjustHandles="1" noChangeArrowheads="1" noChangeShapeType="1" noTextEdit="1"/>
              </p:cNvSpPr>
              <p:nvPr/>
            </p:nvSpPr>
            <p:spPr>
              <a:xfrm>
                <a:off x="1759720" y="2402388"/>
                <a:ext cx="285335" cy="192873"/>
              </a:xfrm>
              <a:prstGeom prst="rect">
                <a:avLst/>
              </a:prstGeom>
              <a:blipFill>
                <a:blip r:embed="rId17"/>
                <a:stretch>
                  <a:fillRect l="-8696" r="-8696"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62DC4C39-7E9E-B917-8039-957C43F5B414}"/>
                  </a:ext>
                </a:extLst>
              </p:cNvPr>
              <p:cNvSpPr txBox="1">
                <a:spLocks noChangeAspect="1"/>
              </p:cNvSpPr>
              <p:nvPr/>
            </p:nvSpPr>
            <p:spPr>
              <a:xfrm>
                <a:off x="2300042" y="2427034"/>
                <a:ext cx="285335" cy="192873"/>
              </a:xfrm>
              <a:prstGeom prst="rect">
                <a:avLst/>
              </a:prstGeom>
              <a:solidFill>
                <a:srgbClr val="FFFF0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3,0</m:t>
                          </m:r>
                        </m:sub>
                      </m:sSub>
                    </m:oMath>
                  </m:oMathPara>
                </a14:m>
                <a:endParaRPr lang="en-GB" sz="1200" dirty="0"/>
              </a:p>
            </p:txBody>
          </p:sp>
        </mc:Choice>
        <mc:Fallback xmlns="">
          <p:sp>
            <p:nvSpPr>
              <p:cNvPr id="26" name="ZoneTexte 25">
                <a:extLst>
                  <a:ext uri="{FF2B5EF4-FFF2-40B4-BE49-F238E27FC236}">
                    <a16:creationId xmlns:a16="http://schemas.microsoft.com/office/drawing/2014/main" id="{62DC4C39-7E9E-B917-8039-957C43F5B414}"/>
                  </a:ext>
                </a:extLst>
              </p:cNvPr>
              <p:cNvSpPr txBox="1">
                <a:spLocks noRot="1" noChangeAspect="1" noMove="1" noResize="1" noEditPoints="1" noAdjustHandles="1" noChangeArrowheads="1" noChangeShapeType="1" noTextEdit="1"/>
              </p:cNvSpPr>
              <p:nvPr/>
            </p:nvSpPr>
            <p:spPr>
              <a:xfrm>
                <a:off x="2300042" y="2427034"/>
                <a:ext cx="285335" cy="192873"/>
              </a:xfrm>
              <a:prstGeom prst="rect">
                <a:avLst/>
              </a:prstGeom>
              <a:blipFill>
                <a:blip r:embed="rId18"/>
                <a:stretch>
                  <a:fillRect l="-4167" r="-4167"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256573B6-5E6E-B808-4C10-C0A58CFA5E7C}"/>
                  </a:ext>
                </a:extLst>
              </p:cNvPr>
              <p:cNvSpPr txBox="1">
                <a:spLocks noChangeAspect="1"/>
              </p:cNvSpPr>
              <p:nvPr/>
            </p:nvSpPr>
            <p:spPr>
              <a:xfrm>
                <a:off x="2840574" y="2430286"/>
                <a:ext cx="285335" cy="192873"/>
              </a:xfrm>
              <a:prstGeom prst="rect">
                <a:avLst/>
              </a:prstGeom>
              <a:solidFill>
                <a:srgbClr val="FFFF0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4,0</m:t>
                          </m:r>
                        </m:sub>
                      </m:sSub>
                    </m:oMath>
                  </m:oMathPara>
                </a14:m>
                <a:endParaRPr lang="en-GB" sz="1200" dirty="0"/>
              </a:p>
            </p:txBody>
          </p:sp>
        </mc:Choice>
        <mc:Fallback xmlns="">
          <p:sp>
            <p:nvSpPr>
              <p:cNvPr id="27" name="ZoneTexte 26">
                <a:extLst>
                  <a:ext uri="{FF2B5EF4-FFF2-40B4-BE49-F238E27FC236}">
                    <a16:creationId xmlns:a16="http://schemas.microsoft.com/office/drawing/2014/main" id="{256573B6-5E6E-B808-4C10-C0A58CFA5E7C}"/>
                  </a:ext>
                </a:extLst>
              </p:cNvPr>
              <p:cNvSpPr txBox="1">
                <a:spLocks noRot="1" noChangeAspect="1" noMove="1" noResize="1" noEditPoints="1" noAdjustHandles="1" noChangeArrowheads="1" noChangeShapeType="1" noTextEdit="1"/>
              </p:cNvSpPr>
              <p:nvPr/>
            </p:nvSpPr>
            <p:spPr>
              <a:xfrm>
                <a:off x="2840574" y="2430286"/>
                <a:ext cx="285335" cy="192873"/>
              </a:xfrm>
              <a:prstGeom prst="rect">
                <a:avLst/>
              </a:prstGeom>
              <a:blipFill>
                <a:blip r:embed="rId19"/>
                <a:stretch>
                  <a:fillRect l="-8333" r="-4167" b="-6250"/>
                </a:stretch>
              </a:blipFill>
            </p:spPr>
            <p:txBody>
              <a:bodyPr/>
              <a:lstStyle/>
              <a:p>
                <a:r>
                  <a:rPr lang="en-GB">
                    <a:noFill/>
                  </a:rPr>
                  <a:t> </a:t>
                </a:r>
              </a:p>
            </p:txBody>
          </p:sp>
        </mc:Fallback>
      </mc:AlternateContent>
      <p:cxnSp>
        <p:nvCxnSpPr>
          <p:cNvPr id="31" name="Connecteur en angle 30">
            <a:extLst>
              <a:ext uri="{FF2B5EF4-FFF2-40B4-BE49-F238E27FC236}">
                <a16:creationId xmlns:a16="http://schemas.microsoft.com/office/drawing/2014/main" id="{B998C74E-1695-EE91-6664-9E170E60D1C6}"/>
              </a:ext>
            </a:extLst>
          </p:cNvPr>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Connecteur en angle 31">
            <a:extLst>
              <a:ext uri="{FF2B5EF4-FFF2-40B4-BE49-F238E27FC236}">
                <a16:creationId xmlns:a16="http://schemas.microsoft.com/office/drawing/2014/main" id="{08914BBB-F090-CCB5-2A68-7EF8621B67D9}"/>
              </a:ext>
            </a:extLst>
          </p:cNvPr>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Connecteur en angle 32">
            <a:extLst>
              <a:ext uri="{FF2B5EF4-FFF2-40B4-BE49-F238E27FC236}">
                <a16:creationId xmlns:a16="http://schemas.microsoft.com/office/drawing/2014/main" id="{48F6303D-51DF-2668-DE94-C21F8A64D6E7}"/>
              </a:ext>
            </a:extLst>
          </p:cNvPr>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4" name="Connecteur en angle 33">
            <a:extLst>
              <a:ext uri="{FF2B5EF4-FFF2-40B4-BE49-F238E27FC236}">
                <a16:creationId xmlns:a16="http://schemas.microsoft.com/office/drawing/2014/main" id="{4A9F3992-57D7-48DB-881F-A7FAAFB65449}"/>
              </a:ext>
            </a:extLst>
          </p:cNvPr>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ZoneTexte 34">
                <a:extLst>
                  <a:ext uri="{FF2B5EF4-FFF2-40B4-BE49-F238E27FC236}">
                    <a16:creationId xmlns:a16="http://schemas.microsoft.com/office/drawing/2014/main" id="{D1081239-EC01-768A-6F81-2FA414BED84A}"/>
                  </a:ext>
                </a:extLst>
              </p:cNvPr>
              <p:cNvSpPr txBox="1"/>
              <p:nvPr/>
            </p:nvSpPr>
            <p:spPr>
              <a:xfrm>
                <a:off x="3652159" y="5425922"/>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35" name="ZoneTexte 34">
                <a:extLst>
                  <a:ext uri="{FF2B5EF4-FFF2-40B4-BE49-F238E27FC236}">
                    <a16:creationId xmlns:a16="http://schemas.microsoft.com/office/drawing/2014/main" id="{D1081239-EC01-768A-6F81-2FA414BED84A}"/>
                  </a:ext>
                </a:extLst>
              </p:cNvPr>
              <p:cNvSpPr txBox="1">
                <a:spLocks noRot="1" noChangeAspect="1" noMove="1" noResize="1" noEditPoints="1" noAdjustHandles="1" noChangeArrowheads="1" noChangeShapeType="1" noTextEdit="1"/>
              </p:cNvSpPr>
              <p:nvPr/>
            </p:nvSpPr>
            <p:spPr>
              <a:xfrm>
                <a:off x="3652159" y="5425922"/>
                <a:ext cx="198644" cy="215444"/>
              </a:xfrm>
              <a:prstGeom prst="rect">
                <a:avLst/>
              </a:prstGeom>
              <a:blipFill>
                <a:blip r:embed="rId20"/>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3058636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1551-D2E1-6952-A8A0-0FC183450761}"/>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3C807B6E-7AE0-B80F-9CD4-14CE67245394}"/>
              </a:ext>
            </a:extLst>
          </p:cNvPr>
          <p:cNvSpPr/>
          <p:nvPr/>
        </p:nvSpPr>
        <p:spPr>
          <a:xfrm>
            <a:off x="1171065" y="2887078"/>
            <a:ext cx="2322426" cy="250683"/>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2" name="Titre 1">
            <a:extLst>
              <a:ext uri="{FF2B5EF4-FFF2-40B4-BE49-F238E27FC236}">
                <a16:creationId xmlns:a16="http://schemas.microsoft.com/office/drawing/2014/main" id="{9BD4EB42-CED0-9FD7-7098-05667F09D57E}"/>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77E77944-28A9-21A1-4D9F-1164EBD2B4A5}"/>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FDB15583-257D-3842-BC24-A02FC327A08E}"/>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F4C2164-6809-B3F7-C071-EA63E3E254F4}"/>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5F4C2164-6809-B3F7-C071-EA63E3E254F4}"/>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9F7BE059-7FDF-FC9A-3243-68D7CD6F2471}"/>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1B3A5915-B64E-C358-0764-65260E5FBA54}"/>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3C791076-81C2-73B2-4A7A-0FD985E54BA3}"/>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3C791076-81C2-73B2-4A7A-0FD985E54BA3}"/>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99216AA7-4612-17E9-900D-32A3BF068C10}"/>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9F429C1F-91F8-1D17-A3F0-B16ACEE2C8AD}"/>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4AC5EE8D-0134-CD0D-0B24-7B30A33E06B7}"/>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25" name="Rectangle : coins arrondis 124">
            <a:extLst>
              <a:ext uri="{FF2B5EF4-FFF2-40B4-BE49-F238E27FC236}">
                <a16:creationId xmlns:a16="http://schemas.microsoft.com/office/drawing/2014/main" id="{89766D7D-D78B-E971-3B76-2AB4570A2338}"/>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FE8B6C77-A938-7992-181D-04D7EFE82985}"/>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12ACF0D4-6419-9ADA-2D73-9BD8E541C6A2}"/>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4541EE1E-05C9-B9BF-FB84-450B6E5E31E6}"/>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7EA5241A-C3F0-CCFB-E4C3-7C6C329449E6}"/>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7EA5241A-C3F0-CCFB-E4C3-7C6C329449E6}"/>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6A738BB0-1437-8C7A-85C4-9B52CE03B280}"/>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6A738BB0-1437-8C7A-85C4-9B52CE03B280}"/>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6"/>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E8573AA8-DF8E-B533-46DC-02FC36750272}"/>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3DFD0E5E-9C0E-7A74-BE49-C5A568831CC9}"/>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B70EB5D7-77CF-471D-B606-BC4B6E99BACE}"/>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4A1634EA-F4FA-E358-CC07-265B930CF828}"/>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E473519D-0E36-9226-FA4C-CC83A7823615}"/>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CA4BEF93-0450-6E07-152E-25F5EB787836}"/>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2E7E7063-C865-8BF0-8808-7AEECBB0A059}"/>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D2F4E54C-C51B-772B-0CFA-64FF8F9768DD}"/>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32A46E10-765B-2D5E-9854-65EDD2B04851}"/>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8E7208FA-71B8-D0B6-A282-F202C65A61A2}"/>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38A3EEBE-0609-8DBC-12C6-E3D262552D6C}"/>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2C051B88-ECA3-90AF-0DC2-F992CB539F4A}"/>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F9C6E08F-62B5-A1E1-FCF9-C2317C42276B}"/>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5C8CF738-32FF-4258-F2AB-EFFF29F8A1C0}"/>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B0062264-A3A8-3C7C-0ABD-3C498651DEAA}"/>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B0062264-A3A8-3C7C-0ABD-3C498651DEAA}"/>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7"/>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C60E04DC-7617-8519-77A6-5204825C8307}"/>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C60E04DC-7617-8519-77A6-5204825C8307}"/>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8"/>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44702553-C67F-98DE-FACA-445094F26396}"/>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44702553-C67F-98DE-FACA-445094F26396}"/>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12ABDB81-8FA4-83E1-6880-3BF85C0A6937}"/>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12ABDB81-8FA4-83E1-6880-3BF85C0A6937}"/>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1" name="ZoneTexte 210">
                <a:extLst>
                  <a:ext uri="{FF2B5EF4-FFF2-40B4-BE49-F238E27FC236}">
                    <a16:creationId xmlns:a16="http://schemas.microsoft.com/office/drawing/2014/main" id="{9144C59F-A07F-4787-1385-45D515AB1E05}"/>
                  </a:ext>
                </a:extLst>
              </p:cNvPr>
              <p:cNvSpPr txBox="1"/>
              <p:nvPr/>
            </p:nvSpPr>
            <p:spPr>
              <a:xfrm>
                <a:off x="5317188" y="2060665"/>
                <a:ext cx="6348226" cy="2694071"/>
              </a:xfrm>
              <a:prstGeom prst="rect">
                <a:avLst/>
              </a:prstGeom>
              <a:noFill/>
              <a:ln>
                <a:solidFill>
                  <a:schemeClr val="accent2"/>
                </a:solidFill>
              </a:ln>
            </p:spPr>
            <p:txBody>
              <a:bodyPr wrap="square" rtlCol="0">
                <a:spAutoFit/>
              </a:bodyPr>
              <a:lstStyle/>
              <a:p>
                <a:r>
                  <a:rPr lang="en-GB" sz="1200" b="1" dirty="0">
                    <a:solidFill>
                      <a:schemeClr val="tx1"/>
                    </a:solidFill>
                  </a:rPr>
                  <a:t>Attention Weights (</a:t>
                </a:r>
                <a14:m>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𝑖</m:t>
                        </m:r>
                        <m:r>
                          <a:rPr lang="fr-FR" sz="1200" b="0" i="1" smtClean="0">
                            <a:latin typeface="Cambria Math" panose="02040503050406030204" pitchFamily="18" charset="0"/>
                          </a:rPr>
                          <m:t>,0</m:t>
                        </m:r>
                      </m:sub>
                    </m:sSub>
                  </m:oMath>
                </a14:m>
                <a:r>
                  <a:rPr lang="en-GB" sz="1200" b="1" dirty="0">
                    <a:solidFill>
                      <a:schemeClr val="tx1"/>
                    </a:solidFill>
                  </a:rPr>
                  <a:t>)</a:t>
                </a:r>
              </a:p>
              <a:p>
                <a:r>
                  <a:rPr lang="en-GB" sz="1200" noProof="0" dirty="0">
                    <a:solidFill>
                      <a:schemeClr val="tx1"/>
                    </a:solidFill>
                  </a:rPr>
                  <a:t>Now we know how much attention each encoder hidden state should get.</a:t>
                </a:r>
              </a:p>
              <a:p>
                <a:r>
                  <a:rPr lang="en-GB" sz="1200" noProof="0" dirty="0">
                    <a:solidFill>
                      <a:schemeClr val="tx1"/>
                    </a:solidFill>
                  </a:rPr>
                  <a:t>Just to note that each weight has two subscripts:</a:t>
                </a:r>
              </a:p>
              <a:p>
                <a:pPr marL="228600" indent="-228600">
                  <a:buAutoNum type="arabicPeriod"/>
                </a:pPr>
                <a:r>
                  <a:rPr lang="en-GB" sz="1200" noProof="0" dirty="0">
                    <a:solidFill>
                      <a:schemeClr val="tx1"/>
                    </a:solidFill>
                  </a:rPr>
                  <a:t>The hidden state’s weight </a:t>
                </a:r>
                <a14:m>
                  <m:oMath xmlns:m="http://schemas.openxmlformats.org/officeDocument/2006/math">
                    <m:sSub>
                      <m:sSubPr>
                        <m:ctrlPr>
                          <a:rPr lang="en-GB" sz="1200" i="1" noProof="0" smtClean="0">
                            <a:solidFill>
                              <a:schemeClr val="tx1"/>
                            </a:solidFill>
                            <a:latin typeface="Cambria Math" panose="02040503050406030204" pitchFamily="18" charset="0"/>
                          </a:rPr>
                        </m:ctrlPr>
                      </m:sSubPr>
                      <m:e>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h</m:t>
                        </m:r>
                      </m:e>
                      <m:sub>
                        <m:r>
                          <a:rPr lang="en-GB" sz="1200" b="0" i="1" noProof="0" smtClean="0">
                            <a:solidFill>
                              <a:schemeClr val="tx1"/>
                            </a:solidFill>
                            <a:latin typeface="Cambria Math" panose="02040503050406030204" pitchFamily="18" charset="0"/>
                          </a:rPr>
                          <m:t>𝑖</m:t>
                        </m:r>
                      </m:sub>
                    </m:sSub>
                    <m:r>
                      <a:rPr lang="en-GB" sz="1200" b="0" i="1"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𝑖</m:t>
                    </m:r>
                    <m:r>
                      <a:rPr lang="en-GB" sz="1200" b="0" i="1" noProof="0" smtClean="0">
                        <a:solidFill>
                          <a:schemeClr val="tx1"/>
                        </a:solidFill>
                        <a:latin typeface="Cambria Math" panose="02040503050406030204" pitchFamily="18" charset="0"/>
                      </a:rPr>
                      <m:t>=1,..,4)</m:t>
                    </m:r>
                    <m:r>
                      <a:rPr lang="en-GB" sz="1200" b="0" i="0" noProof="0" smtClean="0">
                        <a:solidFill>
                          <a:schemeClr val="tx1"/>
                        </a:solidFill>
                        <a:latin typeface="Cambria Math" panose="02040503050406030204" pitchFamily="18" charset="0"/>
                      </a:rPr>
                      <m:t>;</m:t>
                    </m:r>
                  </m:oMath>
                </a14:m>
                <a:r>
                  <a:rPr lang="en-GB" sz="1200" noProof="0" dirty="0">
                    <a:solidFill>
                      <a:schemeClr val="tx1"/>
                    </a:solidFill>
                  </a:rPr>
                  <a:t> </a:t>
                </a:r>
              </a:p>
              <a:p>
                <a:pPr marL="228600" indent="-228600">
                  <a:buAutoNum type="arabicPeriod"/>
                </a:pPr>
                <a:r>
                  <a:rPr lang="en-GB" sz="1200" noProof="0" dirty="0">
                    <a:solidFill>
                      <a:schemeClr val="tx1"/>
                    </a:solidFill>
                  </a:rPr>
                  <a:t>The decoder time step (</a:t>
                </a:r>
                <a14:m>
                  <m:oMath xmlns:m="http://schemas.openxmlformats.org/officeDocument/2006/math">
                    <m:sSub>
                      <m:sSubPr>
                        <m:ctrlPr>
                          <a:rPr lang="en-GB" sz="1200" i="1" noProof="0" smtClean="0">
                            <a:solidFill>
                              <a:schemeClr val="tx1"/>
                            </a:solidFill>
                            <a:latin typeface="Cambria Math" panose="02040503050406030204" pitchFamily="18" charset="0"/>
                          </a:rPr>
                        </m:ctrlPr>
                      </m:sSubPr>
                      <m:e>
                        <m:r>
                          <m:rPr>
                            <m:sty m:val="p"/>
                          </m:rPr>
                          <a:rPr lang="en-GB" sz="1200" b="0" i="1" noProof="0" smtClean="0">
                            <a:solidFill>
                              <a:schemeClr val="tx1"/>
                            </a:solidFill>
                            <a:latin typeface="Cambria Math" panose="02040503050406030204" pitchFamily="18" charset="0"/>
                          </a:rPr>
                          <m:t>s</m:t>
                        </m:r>
                      </m:e>
                      <m:sub>
                        <m:r>
                          <a:rPr lang="en-GB" sz="1200" b="0" noProof="0" smtClean="0">
                            <a:solidFill>
                              <a:schemeClr val="tx1"/>
                            </a:solidFill>
                            <a:latin typeface="Cambria Math" panose="02040503050406030204" pitchFamily="18" charset="0"/>
                          </a:rPr>
                          <m:t>0</m:t>
                        </m:r>
                      </m:sub>
                    </m:sSub>
                  </m:oMath>
                </a14:m>
                <a:r>
                  <a:rPr lang="en-GB" sz="1200" noProof="0" dirty="0">
                    <a:solidFill>
                      <a:schemeClr val="tx1"/>
                    </a:solidFill>
                  </a:rPr>
                  <a:t> the first decoder state in the example).</a:t>
                </a:r>
              </a:p>
              <a:p>
                <a:endParaRPr lang="en-GB" sz="1200" dirty="0">
                  <a:solidFill>
                    <a:schemeClr val="tx1"/>
                  </a:solidFill>
                </a:endParaRPr>
              </a:p>
              <a:p>
                <a:r>
                  <a:rPr lang="en-GB" sz="1200" b="0" i="0" u="none" strike="noStrike" dirty="0">
                    <a:solidFill>
                      <a:srgbClr val="000000"/>
                    </a:solidFill>
                    <a:effectLst/>
                    <a:latin typeface="-webkit-standard"/>
                  </a:rPr>
                  <a:t>The weight </a:t>
                </a:r>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𝛼</m:t>
                        </m:r>
                      </m:e>
                      <m:sub>
                        <m:r>
                          <a:rPr lang="en-GB" sz="1200" b="0" i="1" smtClean="0">
                            <a:latin typeface="Cambria Math" panose="02040503050406030204" pitchFamily="18" charset="0"/>
                          </a:rPr>
                          <m:t>𝑖</m:t>
                        </m:r>
                        <m:r>
                          <a:rPr lang="en-GB" sz="1200" b="0" i="1" smtClean="0">
                            <a:latin typeface="Cambria Math" panose="02040503050406030204" pitchFamily="18" charset="0"/>
                          </a:rPr>
                          <m:t>,0</m:t>
                        </m:r>
                      </m:sub>
                    </m:sSub>
                  </m:oMath>
                </a14:m>
                <a:r>
                  <a:rPr lang="en-GB" sz="1200" dirty="0"/>
                  <a:t> </a:t>
                </a:r>
                <a:r>
                  <a:rPr lang="en-GB" sz="1200" b="0" i="0" u="none" strike="noStrike" dirty="0">
                    <a:solidFill>
                      <a:srgbClr val="000000"/>
                    </a:solidFill>
                    <a:effectLst/>
                    <a:latin typeface="-webkit-standard"/>
                  </a:rPr>
                  <a:t>tells us how much attention should be given to the encoder hidden state </a:t>
                </a:r>
                <a:r>
                  <a:rPr lang="en-GB" sz="1200" dirty="0"/>
                  <a:t> </a:t>
                </a:r>
                <a14:m>
                  <m:oMath xmlns:m="http://schemas.openxmlformats.org/officeDocument/2006/math">
                    <m:sSub>
                      <m:sSubPr>
                        <m:ctrlPr>
                          <a:rPr lang="en-GB" sz="1200" b="0" i="1" smtClean="0">
                            <a:latin typeface="Cambria Math" panose="02040503050406030204" pitchFamily="18" charset="0"/>
                          </a:rPr>
                        </m:ctrlPr>
                      </m:sSubPr>
                      <m:e>
                        <m:r>
                          <a:rPr lang="en-GB" sz="1200" i="1">
                            <a:latin typeface="Cambria Math" panose="02040503050406030204" pitchFamily="18" charset="0"/>
                          </a:rPr>
                          <m:t>h</m:t>
                        </m:r>
                      </m:e>
                      <m:sub>
                        <m:r>
                          <a:rPr lang="en-GB" sz="1200" b="0" i="1" smtClean="0">
                            <a:latin typeface="Cambria Math" panose="02040503050406030204" pitchFamily="18" charset="0"/>
                          </a:rPr>
                          <m:t>𝑖</m:t>
                        </m:r>
                      </m:sub>
                    </m:sSub>
                    <m:r>
                      <a:rPr lang="en-GB" sz="1200" i="1">
                        <a:latin typeface="Cambria Math" panose="02040503050406030204" pitchFamily="18" charset="0"/>
                      </a:rPr>
                      <m:t> </m:t>
                    </m:r>
                  </m:oMath>
                </a14:m>
                <a:r>
                  <a:rPr lang="en-GB" sz="1200" b="0" i="0" u="none" strike="noStrike" dirty="0">
                    <a:solidFill>
                      <a:srgbClr val="000000"/>
                    </a:solidFill>
                    <a:effectLst/>
                  </a:rPr>
                  <a:t>​</a:t>
                </a:r>
                <a:r>
                  <a:rPr lang="en-GB" sz="1200" b="0" i="0" u="none" strike="noStrike" dirty="0">
                    <a:solidFill>
                      <a:srgbClr val="000000"/>
                    </a:solidFill>
                    <a:effectLst/>
                    <a:latin typeface="-webkit-standard"/>
                  </a:rPr>
                  <a:t> when generating the first output.</a:t>
                </a:r>
              </a:p>
              <a:p>
                <a:endParaRPr lang="en-GB" sz="1200" noProof="0" dirty="0">
                  <a:solidFill>
                    <a:srgbClr val="000000"/>
                  </a:solidFill>
                  <a:latin typeface="-webkit-standard"/>
                </a:endParaRPr>
              </a:p>
              <a:p>
                <a:r>
                  <a:rPr lang="en-GB" sz="1200" b="0" i="0" u="none" strike="noStrike" dirty="0">
                    <a:solidFill>
                      <a:srgbClr val="000000"/>
                    </a:solidFill>
                    <a:effectLst/>
                  </a:rPr>
                  <a:t>To put it simply, each weight </a:t>
                </a:r>
                <a:r>
                  <a:rPr lang="en-GB" sz="1200" b="0" dirty="0"/>
                  <a:t> </a:t>
                </a:r>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𝛼</m:t>
                        </m:r>
                      </m:e>
                      <m:sub>
                        <m:r>
                          <a:rPr lang="en-GB" sz="1200" b="0" i="1" smtClean="0">
                            <a:latin typeface="Cambria Math" panose="02040503050406030204" pitchFamily="18" charset="0"/>
                          </a:rPr>
                          <m:t>𝑖</m:t>
                        </m:r>
                        <m:r>
                          <a:rPr lang="en-GB" sz="1200" b="0" i="1" smtClean="0">
                            <a:latin typeface="Cambria Math" panose="02040503050406030204" pitchFamily="18" charset="0"/>
                          </a:rPr>
                          <m:t>,</m:t>
                        </m:r>
                        <m:r>
                          <a:rPr lang="fr-FR" sz="1200" b="0" i="1" smtClean="0">
                            <a:latin typeface="Cambria Math" panose="02040503050406030204" pitchFamily="18" charset="0"/>
                          </a:rPr>
                          <m:t>𝑡</m:t>
                        </m:r>
                      </m:sub>
                    </m:sSub>
                    <m:r>
                      <a:rPr lang="en-GB" sz="1200" b="0" i="1" smtClean="0">
                        <a:latin typeface="Cambria Math" panose="02040503050406030204" pitchFamily="18" charset="0"/>
                      </a:rPr>
                      <m:t> </m:t>
                    </m:r>
                  </m:oMath>
                </a14:m>
                <a:r>
                  <a:rPr lang="en-GB" sz="1200" b="0" i="0" u="none" strike="noStrike" dirty="0">
                    <a:solidFill>
                      <a:srgbClr val="000000"/>
                    </a:solidFill>
                    <a:effectLst/>
                  </a:rPr>
                  <a:t>determines how much focus the decoder should place on the encoder's </a:t>
                </a:r>
                <a:r>
                  <a:rPr lang="en-GB" sz="1200" dirty="0"/>
                  <a:t> </a:t>
                </a:r>
                <a14:m>
                  <m:oMath xmlns:m="http://schemas.openxmlformats.org/officeDocument/2006/math">
                    <m:r>
                      <a:rPr lang="fr-FR" sz="1200" i="1" smtClean="0">
                        <a:latin typeface="Cambria Math" panose="02040503050406030204" pitchFamily="18" charset="0"/>
                      </a:rPr>
                      <m:t>𝑖</m:t>
                    </m:r>
                    <m:r>
                      <a:rPr lang="fr-FR" sz="1200" b="0" i="1" smtClean="0">
                        <a:latin typeface="Cambria Math" panose="02040503050406030204" pitchFamily="18" charset="0"/>
                      </a:rPr>
                      <m:t>−</m:t>
                    </m:r>
                    <m:r>
                      <a:rPr lang="fr-FR" sz="1200" b="0" i="1" smtClean="0">
                        <a:latin typeface="Cambria Math" panose="02040503050406030204" pitchFamily="18" charset="0"/>
                      </a:rPr>
                      <m:t>𝑡h</m:t>
                    </m:r>
                  </m:oMath>
                </a14:m>
                <a:r>
                  <a:rPr lang="en-GB" sz="1200" b="0" i="0" u="none" strike="noStrike" dirty="0">
                    <a:solidFill>
                      <a:srgbClr val="000000"/>
                    </a:solidFill>
                    <a:effectLst/>
                  </a:rPr>
                  <a:t> hidden state when generating the decoder’s output at time step </a:t>
                </a:r>
                <a14:m>
                  <m:oMath xmlns:m="http://schemas.openxmlformats.org/officeDocument/2006/math">
                    <m:r>
                      <a:rPr lang="fr-FR" sz="1200" b="0" i="1" smtClean="0">
                        <a:latin typeface="Cambria Math" panose="02040503050406030204" pitchFamily="18" charset="0"/>
                      </a:rPr>
                      <m:t>𝑡</m:t>
                    </m:r>
                  </m:oMath>
                </a14:m>
                <a:r>
                  <a:rPr lang="en-GB" sz="1200" b="0" i="0" u="none" strike="noStrike" dirty="0">
                    <a:solidFill>
                      <a:srgbClr val="000000"/>
                    </a:solidFill>
                    <a:effectLst/>
                  </a:rPr>
                  <a:t>.</a:t>
                </a:r>
              </a:p>
              <a:p>
                <a:pPr algn="l"/>
                <a:endParaRPr lang="en-GB" sz="1200" b="0" i="0" u="none" strike="noStrike" dirty="0">
                  <a:solidFill>
                    <a:srgbClr val="000000"/>
                  </a:solidFill>
                  <a:effectLst/>
                </a:endParaRPr>
              </a:p>
              <a:p>
                <a:pPr algn="l"/>
                <a:r>
                  <a:rPr lang="en-GB" sz="1200" b="0" i="0" u="none" strike="noStrike" dirty="0">
                    <a:solidFill>
                      <a:srgbClr val="000000"/>
                    </a:solidFill>
                    <a:effectLst/>
                  </a:rPr>
                  <a:t>This mechanism allows the decoder to dynamically access different parts of the encoded input, rather than relying solely on the final hidden state of the encoder.</a:t>
                </a:r>
              </a:p>
            </p:txBody>
          </p:sp>
        </mc:Choice>
        <mc:Fallback xmlns="">
          <p:sp>
            <p:nvSpPr>
              <p:cNvPr id="211" name="ZoneTexte 210">
                <a:extLst>
                  <a:ext uri="{FF2B5EF4-FFF2-40B4-BE49-F238E27FC236}">
                    <a16:creationId xmlns:a16="http://schemas.microsoft.com/office/drawing/2014/main" id="{9144C59F-A07F-4787-1385-45D515AB1E05}"/>
                  </a:ext>
                </a:extLst>
              </p:cNvPr>
              <p:cNvSpPr txBox="1">
                <a:spLocks noRot="1" noChangeAspect="1" noMove="1" noResize="1" noEditPoints="1" noAdjustHandles="1" noChangeArrowheads="1" noChangeShapeType="1" noTextEdit="1"/>
              </p:cNvSpPr>
              <p:nvPr/>
            </p:nvSpPr>
            <p:spPr>
              <a:xfrm>
                <a:off x="5317188" y="2060665"/>
                <a:ext cx="6348226" cy="2694071"/>
              </a:xfrm>
              <a:prstGeom prst="rect">
                <a:avLst/>
              </a:prstGeom>
              <a:blipFill>
                <a:blip r:embed="rId11"/>
                <a:stretch>
                  <a:fillRect b="-935"/>
                </a:stretch>
              </a:blipFill>
              <a:ln>
                <a:solidFill>
                  <a:schemeClr val="accent2"/>
                </a:solidFill>
              </a:ln>
            </p:spPr>
            <p:txBody>
              <a:bodyPr/>
              <a:lstStyle/>
              <a:p>
                <a:r>
                  <a:rPr lang="en-GB">
                    <a:noFill/>
                  </a:rPr>
                  <a:t> </a:t>
                </a:r>
              </a:p>
            </p:txBody>
          </p:sp>
        </mc:Fallback>
      </mc:AlternateContent>
      <p:cxnSp>
        <p:nvCxnSpPr>
          <p:cNvPr id="213" name="Connecteur en arc 212">
            <a:extLst>
              <a:ext uri="{FF2B5EF4-FFF2-40B4-BE49-F238E27FC236}">
                <a16:creationId xmlns:a16="http://schemas.microsoft.com/office/drawing/2014/main" id="{7EBBDA33-E879-8224-C936-0A1D886E96C7}"/>
              </a:ext>
            </a:extLst>
          </p:cNvPr>
          <p:cNvCxnSpPr>
            <a:cxnSpLocks/>
            <a:stCxn id="211" idx="1"/>
          </p:cNvCxnSpPr>
          <p:nvPr/>
        </p:nvCxnSpPr>
        <p:spPr>
          <a:xfrm rot="10800000">
            <a:off x="3173778" y="2476425"/>
            <a:ext cx="2143410" cy="931277"/>
          </a:xfrm>
          <a:prstGeom prst="curvedConnector3">
            <a:avLst>
              <a:gd name="adj1" fmla="val 50000"/>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545975E-4C92-90F6-055A-F04BCFA20376}"/>
                  </a:ext>
                </a:extLst>
              </p:cNvPr>
              <p:cNvSpPr txBox="1"/>
              <p:nvPr/>
            </p:nvSpPr>
            <p:spPr>
              <a:xfrm>
                <a:off x="136145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3" name="ZoneTexte 2">
                <a:extLst>
                  <a:ext uri="{FF2B5EF4-FFF2-40B4-BE49-F238E27FC236}">
                    <a16:creationId xmlns:a16="http://schemas.microsoft.com/office/drawing/2014/main" id="{F545975E-4C92-90F6-055A-F04BCFA20376}"/>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2"/>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D1F86B59-DC81-40F7-CFDB-D847C703B83F}"/>
                  </a:ext>
                </a:extLst>
              </p:cNvPr>
              <p:cNvSpPr txBox="1"/>
              <p:nvPr/>
            </p:nvSpPr>
            <p:spPr>
              <a:xfrm>
                <a:off x="188587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1" name="ZoneTexte 10">
                <a:extLst>
                  <a:ext uri="{FF2B5EF4-FFF2-40B4-BE49-F238E27FC236}">
                    <a16:creationId xmlns:a16="http://schemas.microsoft.com/office/drawing/2014/main" id="{D1F86B59-DC81-40F7-CFDB-D847C703B83F}"/>
                  </a:ext>
                </a:extLst>
              </p:cNvPr>
              <p:cNvSpPr txBox="1">
                <a:spLocks noRot="1" noChangeAspect="1" noMove="1" noResize="1" noEditPoints="1" noAdjustHandles="1" noChangeArrowheads="1" noChangeShapeType="1" noTextEdit="1"/>
              </p:cNvSpPr>
              <p:nvPr/>
            </p:nvSpPr>
            <p:spPr>
              <a:xfrm>
                <a:off x="1885875" y="3227046"/>
                <a:ext cx="524420" cy="123111"/>
              </a:xfrm>
              <a:prstGeom prst="rect">
                <a:avLst/>
              </a:prstGeom>
              <a:blipFill>
                <a:blip r:embed="rId13"/>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BA50FAE-4B71-B2D6-CDB2-E13638A9EEC0}"/>
                  </a:ext>
                </a:extLst>
              </p:cNvPr>
              <p:cNvSpPr txBox="1"/>
              <p:nvPr/>
            </p:nvSpPr>
            <p:spPr>
              <a:xfrm>
                <a:off x="2449540"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2" name="ZoneTexte 11">
                <a:extLst>
                  <a:ext uri="{FF2B5EF4-FFF2-40B4-BE49-F238E27FC236}">
                    <a16:creationId xmlns:a16="http://schemas.microsoft.com/office/drawing/2014/main" id="{3BA50FAE-4B71-B2D6-CDB2-E13638A9EEC0}"/>
                  </a:ext>
                </a:extLst>
              </p:cNvPr>
              <p:cNvSpPr txBox="1">
                <a:spLocks noRot="1" noChangeAspect="1" noMove="1" noResize="1" noEditPoints="1" noAdjustHandles="1" noChangeArrowheads="1" noChangeShapeType="1" noTextEdit="1"/>
              </p:cNvSpPr>
              <p:nvPr/>
            </p:nvSpPr>
            <p:spPr>
              <a:xfrm>
                <a:off x="2449540" y="3227046"/>
                <a:ext cx="524420" cy="123111"/>
              </a:xfrm>
              <a:prstGeom prst="rect">
                <a:avLst/>
              </a:prstGeom>
              <a:blipFill>
                <a:blip r:embed="rId14"/>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32443366-C916-0DCE-C45A-F1280C8340F1}"/>
                  </a:ext>
                </a:extLst>
              </p:cNvPr>
              <p:cNvSpPr txBox="1"/>
              <p:nvPr/>
            </p:nvSpPr>
            <p:spPr>
              <a:xfrm>
                <a:off x="2971677"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3" name="ZoneTexte 12">
                <a:extLst>
                  <a:ext uri="{FF2B5EF4-FFF2-40B4-BE49-F238E27FC236}">
                    <a16:creationId xmlns:a16="http://schemas.microsoft.com/office/drawing/2014/main" id="{32443366-C916-0DCE-C45A-F1280C8340F1}"/>
                  </a:ext>
                </a:extLst>
              </p:cNvPr>
              <p:cNvSpPr txBox="1">
                <a:spLocks noRot="1" noChangeAspect="1" noMove="1" noResize="1" noEditPoints="1" noAdjustHandles="1" noChangeArrowheads="1" noChangeShapeType="1" noTextEdit="1"/>
              </p:cNvSpPr>
              <p:nvPr/>
            </p:nvSpPr>
            <p:spPr>
              <a:xfrm>
                <a:off x="2971677" y="3227046"/>
                <a:ext cx="524420" cy="123111"/>
              </a:xfrm>
              <a:prstGeom prst="rect">
                <a:avLst/>
              </a:prstGeom>
              <a:blipFill>
                <a:blip r:embed="rId15"/>
                <a:stretch>
                  <a:fillRect t="-9091" b="-36364"/>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377487D6-DBD6-13C1-5D0B-209749A7B2DB}"/>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7266DABE-D720-CD01-4C36-ABCCD1873565}"/>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D108A48C-B78B-882B-4C79-0F302A145CA3}"/>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5349AAA5-3C7D-CA9A-53F4-9747F106A92D}"/>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E8FDC72B-49D8-01A7-5D1E-8ABF2F53C668}"/>
              </a:ext>
            </a:extLst>
          </p:cNvPr>
          <p:cNvCxnSpPr>
            <a:cxnSpLocks/>
          </p:cNvCxnSpPr>
          <p:nvPr/>
        </p:nvCxnSpPr>
        <p:spPr>
          <a:xfrm flipV="1">
            <a:off x="1389447"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E37FF57D-C01C-BFB7-C7B5-A71F32338881}"/>
              </a:ext>
            </a:extLst>
          </p:cNvPr>
          <p:cNvCxnSpPr>
            <a:cxnSpLocks/>
          </p:cNvCxnSpPr>
          <p:nvPr/>
        </p:nvCxnSpPr>
        <p:spPr>
          <a:xfrm flipV="1">
            <a:off x="1907314"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1A8A4BFF-831A-9E15-A023-9893AD799634}"/>
              </a:ext>
            </a:extLst>
          </p:cNvPr>
          <p:cNvCxnSpPr>
            <a:cxnSpLocks/>
          </p:cNvCxnSpPr>
          <p:nvPr/>
        </p:nvCxnSpPr>
        <p:spPr>
          <a:xfrm flipV="1">
            <a:off x="2485521" y="2638934"/>
            <a:ext cx="2606"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0A21C6C2-7EEE-6B20-5812-EC27362BB12A}"/>
              </a:ext>
            </a:extLst>
          </p:cNvPr>
          <p:cNvCxnSpPr>
            <a:cxnSpLocks/>
          </p:cNvCxnSpPr>
          <p:nvPr/>
        </p:nvCxnSpPr>
        <p:spPr>
          <a:xfrm flipV="1">
            <a:off x="2991231" y="2638934"/>
            <a:ext cx="2943"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D30F78D9-DF4C-A38F-9EFA-9FB89BB4BA08}"/>
                  </a:ext>
                </a:extLst>
              </p:cNvPr>
              <p:cNvSpPr txBox="1">
                <a:spLocks noChangeAspect="1"/>
              </p:cNvSpPr>
              <p:nvPr/>
            </p:nvSpPr>
            <p:spPr>
              <a:xfrm>
                <a:off x="1289384" y="2402388"/>
                <a:ext cx="234038" cy="184666"/>
              </a:xfrm>
              <a:prstGeom prst="rect">
                <a:avLst/>
              </a:prstGeom>
              <a:solidFill>
                <a:srgbClr val="00B05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.70</m:t>
                      </m:r>
                    </m:oMath>
                  </m:oMathPara>
                </a14:m>
                <a:endParaRPr lang="en-GB" sz="1200" dirty="0"/>
              </a:p>
            </p:txBody>
          </p:sp>
        </mc:Choice>
        <mc:Fallback xmlns="">
          <p:sp>
            <p:nvSpPr>
              <p:cNvPr id="24" name="ZoneTexte 23">
                <a:extLst>
                  <a:ext uri="{FF2B5EF4-FFF2-40B4-BE49-F238E27FC236}">
                    <a16:creationId xmlns:a16="http://schemas.microsoft.com/office/drawing/2014/main" id="{D30F78D9-DF4C-A38F-9EFA-9FB89BB4BA08}"/>
                  </a:ext>
                </a:extLst>
              </p:cNvPr>
              <p:cNvSpPr txBox="1">
                <a:spLocks noRot="1" noChangeAspect="1" noMove="1" noResize="1" noEditPoints="1" noAdjustHandles="1" noChangeArrowheads="1" noChangeShapeType="1" noTextEdit="1"/>
              </p:cNvSpPr>
              <p:nvPr/>
            </p:nvSpPr>
            <p:spPr>
              <a:xfrm>
                <a:off x="1289384" y="2402388"/>
                <a:ext cx="234038" cy="184666"/>
              </a:xfrm>
              <a:prstGeom prst="rect">
                <a:avLst/>
              </a:prstGeom>
              <a:blipFill>
                <a:blip r:embed="rId16"/>
                <a:stretch>
                  <a:fillRect r="-10000"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136714C3-052F-ABD6-9870-E4D4ECD531AA}"/>
                  </a:ext>
                </a:extLst>
              </p:cNvPr>
              <p:cNvSpPr txBox="1">
                <a:spLocks noChangeAspect="1"/>
              </p:cNvSpPr>
              <p:nvPr/>
            </p:nvSpPr>
            <p:spPr>
              <a:xfrm>
                <a:off x="1759720" y="2402388"/>
                <a:ext cx="234038" cy="184666"/>
              </a:xfrm>
              <a:prstGeom prst="rect">
                <a:avLst/>
              </a:prstGeom>
              <a:solidFill>
                <a:srgbClr val="00B05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.10</m:t>
                      </m:r>
                    </m:oMath>
                  </m:oMathPara>
                </a14:m>
                <a:endParaRPr lang="en-GB" sz="1200" dirty="0"/>
              </a:p>
            </p:txBody>
          </p:sp>
        </mc:Choice>
        <mc:Fallback xmlns="">
          <p:sp>
            <p:nvSpPr>
              <p:cNvPr id="25" name="ZoneTexte 24">
                <a:extLst>
                  <a:ext uri="{FF2B5EF4-FFF2-40B4-BE49-F238E27FC236}">
                    <a16:creationId xmlns:a16="http://schemas.microsoft.com/office/drawing/2014/main" id="{136714C3-052F-ABD6-9870-E4D4ECD531AA}"/>
                  </a:ext>
                </a:extLst>
              </p:cNvPr>
              <p:cNvSpPr txBox="1">
                <a:spLocks noRot="1" noChangeAspect="1" noMove="1" noResize="1" noEditPoints="1" noAdjustHandles="1" noChangeArrowheads="1" noChangeShapeType="1" noTextEdit="1"/>
              </p:cNvSpPr>
              <p:nvPr/>
            </p:nvSpPr>
            <p:spPr>
              <a:xfrm>
                <a:off x="1759720" y="2402388"/>
                <a:ext cx="234038" cy="184666"/>
              </a:xfrm>
              <a:prstGeom prst="rect">
                <a:avLst/>
              </a:prstGeom>
              <a:blipFill>
                <a:blip r:embed="rId17"/>
                <a:stretch>
                  <a:fillRect r="-15789"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469FE03B-484D-2A62-A1DD-3A4FD73274E0}"/>
                  </a:ext>
                </a:extLst>
              </p:cNvPr>
              <p:cNvSpPr txBox="1">
                <a:spLocks noChangeAspect="1"/>
              </p:cNvSpPr>
              <p:nvPr/>
            </p:nvSpPr>
            <p:spPr>
              <a:xfrm>
                <a:off x="2300042" y="2402388"/>
                <a:ext cx="234038" cy="184666"/>
              </a:xfrm>
              <a:prstGeom prst="rect">
                <a:avLst/>
              </a:prstGeom>
              <a:solidFill>
                <a:srgbClr val="00B05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.05</m:t>
                      </m:r>
                    </m:oMath>
                  </m:oMathPara>
                </a14:m>
                <a:endParaRPr lang="en-GB" sz="1200" dirty="0"/>
              </a:p>
            </p:txBody>
          </p:sp>
        </mc:Choice>
        <mc:Fallback xmlns="">
          <p:sp>
            <p:nvSpPr>
              <p:cNvPr id="26" name="ZoneTexte 25">
                <a:extLst>
                  <a:ext uri="{FF2B5EF4-FFF2-40B4-BE49-F238E27FC236}">
                    <a16:creationId xmlns:a16="http://schemas.microsoft.com/office/drawing/2014/main" id="{469FE03B-484D-2A62-A1DD-3A4FD73274E0}"/>
                  </a:ext>
                </a:extLst>
              </p:cNvPr>
              <p:cNvSpPr txBox="1">
                <a:spLocks noRot="1" noChangeAspect="1" noMove="1" noResize="1" noEditPoints="1" noAdjustHandles="1" noChangeArrowheads="1" noChangeShapeType="1" noTextEdit="1"/>
              </p:cNvSpPr>
              <p:nvPr/>
            </p:nvSpPr>
            <p:spPr>
              <a:xfrm>
                <a:off x="2300042" y="2402388"/>
                <a:ext cx="234038" cy="184666"/>
              </a:xfrm>
              <a:prstGeom prst="rect">
                <a:avLst/>
              </a:prstGeom>
              <a:blipFill>
                <a:blip r:embed="rId18"/>
                <a:stretch>
                  <a:fillRect r="-15000"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2425536B-98CB-13BA-2AA6-E48D899B960A}"/>
                  </a:ext>
                </a:extLst>
              </p:cNvPr>
              <p:cNvSpPr txBox="1">
                <a:spLocks noChangeAspect="1"/>
              </p:cNvSpPr>
              <p:nvPr/>
            </p:nvSpPr>
            <p:spPr>
              <a:xfrm>
                <a:off x="2840574" y="2402388"/>
                <a:ext cx="234038" cy="184666"/>
              </a:xfrm>
              <a:prstGeom prst="rect">
                <a:avLst/>
              </a:prstGeom>
              <a:solidFill>
                <a:srgbClr val="00B050">
                  <a:alpha val="40000"/>
                </a:srgb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.15</m:t>
                      </m:r>
                    </m:oMath>
                  </m:oMathPara>
                </a14:m>
                <a:endParaRPr lang="en-GB" sz="1200" dirty="0"/>
              </a:p>
            </p:txBody>
          </p:sp>
        </mc:Choice>
        <mc:Fallback xmlns="">
          <p:sp>
            <p:nvSpPr>
              <p:cNvPr id="27" name="ZoneTexte 26">
                <a:extLst>
                  <a:ext uri="{FF2B5EF4-FFF2-40B4-BE49-F238E27FC236}">
                    <a16:creationId xmlns:a16="http://schemas.microsoft.com/office/drawing/2014/main" id="{2425536B-98CB-13BA-2AA6-E48D899B960A}"/>
                  </a:ext>
                </a:extLst>
              </p:cNvPr>
              <p:cNvSpPr txBox="1">
                <a:spLocks noRot="1" noChangeAspect="1" noMove="1" noResize="1" noEditPoints="1" noAdjustHandles="1" noChangeArrowheads="1" noChangeShapeType="1" noTextEdit="1"/>
              </p:cNvSpPr>
              <p:nvPr/>
            </p:nvSpPr>
            <p:spPr>
              <a:xfrm>
                <a:off x="2840574" y="2402388"/>
                <a:ext cx="234038" cy="184666"/>
              </a:xfrm>
              <a:prstGeom prst="rect">
                <a:avLst/>
              </a:prstGeom>
              <a:blipFill>
                <a:blip r:embed="rId19"/>
                <a:stretch>
                  <a:fillRect r="-15789" b="-6667"/>
                </a:stretch>
              </a:blipFill>
            </p:spPr>
            <p:txBody>
              <a:bodyPr/>
              <a:lstStyle/>
              <a:p>
                <a:r>
                  <a:rPr lang="en-GB">
                    <a:noFill/>
                  </a:rPr>
                  <a:t> </a:t>
                </a:r>
              </a:p>
            </p:txBody>
          </p:sp>
        </mc:Fallback>
      </mc:AlternateContent>
      <p:cxnSp>
        <p:nvCxnSpPr>
          <p:cNvPr id="35" name="Connecteur en angle 34">
            <a:extLst>
              <a:ext uri="{FF2B5EF4-FFF2-40B4-BE49-F238E27FC236}">
                <a16:creationId xmlns:a16="http://schemas.microsoft.com/office/drawing/2014/main" id="{CC41AFAD-146C-CF10-C28E-DA643810048E}"/>
              </a:ext>
            </a:extLst>
          </p:cNvPr>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6" name="Connecteur en angle 35">
            <a:extLst>
              <a:ext uri="{FF2B5EF4-FFF2-40B4-BE49-F238E27FC236}">
                <a16:creationId xmlns:a16="http://schemas.microsoft.com/office/drawing/2014/main" id="{628865E5-044E-197D-DECA-7C6CCA84494C}"/>
              </a:ext>
            </a:extLst>
          </p:cNvPr>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7" name="Connecteur en angle 36">
            <a:extLst>
              <a:ext uri="{FF2B5EF4-FFF2-40B4-BE49-F238E27FC236}">
                <a16:creationId xmlns:a16="http://schemas.microsoft.com/office/drawing/2014/main" id="{28C9BAB7-5A14-CF2C-9D1F-6372D86A9E18}"/>
              </a:ext>
            </a:extLst>
          </p:cNvPr>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8" name="Connecteur en angle 37">
            <a:extLst>
              <a:ext uri="{FF2B5EF4-FFF2-40B4-BE49-F238E27FC236}">
                <a16:creationId xmlns:a16="http://schemas.microsoft.com/office/drawing/2014/main" id="{403CE372-ABD5-041C-50CB-BD8705EC8000}"/>
              </a:ext>
            </a:extLst>
          </p:cNvPr>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8FCBC150-F81E-C9E7-8EEA-15BAE5A51993}"/>
                  </a:ext>
                </a:extLst>
              </p:cNvPr>
              <p:cNvSpPr txBox="1"/>
              <p:nvPr/>
            </p:nvSpPr>
            <p:spPr>
              <a:xfrm>
                <a:off x="3652159" y="5425922"/>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39" name="ZoneTexte 38">
                <a:extLst>
                  <a:ext uri="{FF2B5EF4-FFF2-40B4-BE49-F238E27FC236}">
                    <a16:creationId xmlns:a16="http://schemas.microsoft.com/office/drawing/2014/main" id="{8FCBC150-F81E-C9E7-8EEA-15BAE5A51993}"/>
                  </a:ext>
                </a:extLst>
              </p:cNvPr>
              <p:cNvSpPr txBox="1">
                <a:spLocks noRot="1" noChangeAspect="1" noMove="1" noResize="1" noEditPoints="1" noAdjustHandles="1" noChangeArrowheads="1" noChangeShapeType="1" noTextEdit="1"/>
              </p:cNvSpPr>
              <p:nvPr/>
            </p:nvSpPr>
            <p:spPr>
              <a:xfrm>
                <a:off x="3652159" y="5425922"/>
                <a:ext cx="198644" cy="215444"/>
              </a:xfrm>
              <a:prstGeom prst="rect">
                <a:avLst/>
              </a:prstGeom>
              <a:blipFill>
                <a:blip r:embed="rId20"/>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3015693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051BC-161E-0640-32AC-2363965C4C57}"/>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FC18E29E-86C4-2C91-D8BA-0BEA9BA69615}"/>
              </a:ext>
            </a:extLst>
          </p:cNvPr>
          <p:cNvSpPr/>
          <p:nvPr/>
        </p:nvSpPr>
        <p:spPr>
          <a:xfrm>
            <a:off x="1171065" y="2887078"/>
            <a:ext cx="2322426" cy="250683"/>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2" name="Titre 1">
            <a:extLst>
              <a:ext uri="{FF2B5EF4-FFF2-40B4-BE49-F238E27FC236}">
                <a16:creationId xmlns:a16="http://schemas.microsoft.com/office/drawing/2014/main" id="{F31D0097-1C8E-61FD-CF1D-FC4B5BEF0BA8}"/>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CA5FEC89-4964-0650-B3F0-63B7C24F0B04}"/>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8BE8C568-D442-C5A9-1EC7-07535E10D673}"/>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B229756D-E69D-F7E9-DB9B-4B16F6B96C8E}"/>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B229756D-E69D-F7E9-DB9B-4B16F6B96C8E}"/>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5D207C6D-924B-880F-349D-37E88EB4D50C}"/>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F1E3D20D-46C2-84F6-46A8-D2C1C0382EEC}"/>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84FC11F9-F573-A653-2C7F-B1D59759B8D7}"/>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84FC11F9-F573-A653-2C7F-B1D59759B8D7}"/>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C0AA9A30-E810-80F7-AB41-8C86877A2592}"/>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700EF20E-A5CE-25BD-7383-021E2EFE434E}"/>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EC411B33-114A-EC6A-4F97-828914FA4583}"/>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25" name="Rectangle : coins arrondis 124">
            <a:extLst>
              <a:ext uri="{FF2B5EF4-FFF2-40B4-BE49-F238E27FC236}">
                <a16:creationId xmlns:a16="http://schemas.microsoft.com/office/drawing/2014/main" id="{8257DFEE-9D86-16C7-7B65-DEF468C6F4AB}"/>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F9F7FA3E-F5B6-5A0A-9598-AF789D661932}"/>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C4D7C052-E6C2-1AD1-CF13-FC1C62802F2A}"/>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05992123-24A3-44A0-DEAC-D5A500D7F3D4}"/>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2E8ACB9D-84F1-9012-E233-D1D3D05C75B5}"/>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2E8ACB9D-84F1-9012-E233-D1D3D05C75B5}"/>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0908B435-2B16-A6DF-3F94-CDBA96CBAB93}"/>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0908B435-2B16-A6DF-3F94-CDBA96CBAB93}"/>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6"/>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CDAB98A9-114A-7681-D1F5-7AC6F6EBFBDD}"/>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9CBBC326-8D93-FC93-66EC-8D40FFB310B4}"/>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B56B445D-BAA9-BEE4-C244-1CC092875C13}"/>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B288D8C9-07BD-77D2-4FD7-B2C21EFC4008}"/>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7F21B9E7-187B-21C8-C2CB-C4C41BD9929B}"/>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F716B7F3-ECDC-C86D-88CF-4E7F82459860}"/>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1023CED8-5822-479E-7625-E7A39BAC9119}"/>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3F6CAFCE-CDEB-EEA6-E0A2-DB96E8BC1CFD}"/>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AF81FF32-5549-2F6F-B25E-64633A081EF1}"/>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41798D91-7F94-DED8-ECC5-47A4C0115F9B}"/>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12B5EAAE-6C55-796F-4B46-9599337D646D}"/>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3F6772DE-4CA8-2E6E-90F7-CCC5C3EAA55B}"/>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B604067B-8499-65F3-40D6-8EA90FCD124A}"/>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6771547F-C979-F09A-4C9B-38ED4D79C92E}"/>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1D8163E5-D107-7871-A3B2-71066C29E0A2}"/>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1D8163E5-D107-7871-A3B2-71066C29E0A2}"/>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7"/>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B6778CE9-E146-D9F4-DF02-9DC7604AB511}"/>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B6778CE9-E146-D9F4-DF02-9DC7604AB511}"/>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8"/>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CE83B264-5F20-1A02-A15B-64A07C6E36AE}"/>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CE83B264-5F20-1A02-A15B-64A07C6E36AE}"/>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0E998C42-6954-4985-FBEC-324B969AC8C2}"/>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0E998C42-6954-4985-FBEC-324B969AC8C2}"/>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1" name="ZoneTexte 210">
                <a:extLst>
                  <a:ext uri="{FF2B5EF4-FFF2-40B4-BE49-F238E27FC236}">
                    <a16:creationId xmlns:a16="http://schemas.microsoft.com/office/drawing/2014/main" id="{2432846F-7A45-5CA5-775F-BAFF72AA5FC6}"/>
                  </a:ext>
                </a:extLst>
              </p:cNvPr>
              <p:cNvSpPr txBox="1"/>
              <p:nvPr/>
            </p:nvSpPr>
            <p:spPr>
              <a:xfrm>
                <a:off x="7613992" y="2226682"/>
                <a:ext cx="2975429" cy="646331"/>
              </a:xfrm>
              <a:prstGeom prst="rect">
                <a:avLst/>
              </a:prstGeom>
              <a:noFill/>
              <a:ln>
                <a:solidFill>
                  <a:schemeClr val="accent2"/>
                </a:solidFill>
              </a:ln>
            </p:spPr>
            <p:txBody>
              <a:bodyPr wrap="square" rtlCol="0">
                <a:spAutoFit/>
              </a:bodyPr>
              <a:lstStyle/>
              <a:p>
                <a:r>
                  <a:rPr lang="en-GB" sz="1200" b="1" dirty="0">
                    <a:solidFill>
                      <a:schemeClr val="tx1"/>
                    </a:solidFill>
                  </a:rPr>
                  <a:t>Calculate the weighted sum of each attention weight with its corresponding encoder hidden state </a:t>
                </a:r>
                <a14:m>
                  <m:oMath xmlns:m="http://schemas.openxmlformats.org/officeDocument/2006/math">
                    <m:sSub>
                      <m:sSubPr>
                        <m:ctrlPr>
                          <a:rPr lang="fr-FR" sz="1200" b="1" i="1" smtClean="0">
                            <a:solidFill>
                              <a:schemeClr val="tx1"/>
                            </a:solidFill>
                            <a:latin typeface="Cambria Math" panose="02040503050406030204" pitchFamily="18" charset="0"/>
                          </a:rPr>
                        </m:ctrlPr>
                      </m:sSubPr>
                      <m:e>
                        <m:r>
                          <a:rPr lang="fr-FR" sz="1200" b="1" i="1" smtClean="0">
                            <a:solidFill>
                              <a:schemeClr val="tx1"/>
                            </a:solidFill>
                            <a:latin typeface="Cambria Math" panose="02040503050406030204" pitchFamily="18" charset="0"/>
                          </a:rPr>
                          <m:t>𝒉</m:t>
                        </m:r>
                      </m:e>
                      <m:sub>
                        <m:r>
                          <a:rPr lang="fr-FR" sz="1200" b="1" i="1" smtClean="0">
                            <a:solidFill>
                              <a:schemeClr val="tx1"/>
                            </a:solidFill>
                            <a:latin typeface="Cambria Math" panose="02040503050406030204" pitchFamily="18" charset="0"/>
                          </a:rPr>
                          <m:t>𝒊</m:t>
                        </m:r>
                      </m:sub>
                    </m:sSub>
                  </m:oMath>
                </a14:m>
                <a:endParaRPr lang="en-GB" sz="1200" b="1" dirty="0">
                  <a:solidFill>
                    <a:schemeClr val="tx1"/>
                  </a:solidFill>
                </a:endParaRPr>
              </a:p>
            </p:txBody>
          </p:sp>
        </mc:Choice>
        <mc:Fallback xmlns="">
          <p:sp>
            <p:nvSpPr>
              <p:cNvPr id="211" name="ZoneTexte 210">
                <a:extLst>
                  <a:ext uri="{FF2B5EF4-FFF2-40B4-BE49-F238E27FC236}">
                    <a16:creationId xmlns:a16="http://schemas.microsoft.com/office/drawing/2014/main" id="{2432846F-7A45-5CA5-775F-BAFF72AA5FC6}"/>
                  </a:ext>
                </a:extLst>
              </p:cNvPr>
              <p:cNvSpPr txBox="1">
                <a:spLocks noRot="1" noChangeAspect="1" noMove="1" noResize="1" noEditPoints="1" noAdjustHandles="1" noChangeArrowheads="1" noChangeShapeType="1" noTextEdit="1"/>
              </p:cNvSpPr>
              <p:nvPr/>
            </p:nvSpPr>
            <p:spPr>
              <a:xfrm>
                <a:off x="7613992" y="2226682"/>
                <a:ext cx="2975429" cy="646331"/>
              </a:xfrm>
              <a:prstGeom prst="rect">
                <a:avLst/>
              </a:prstGeom>
              <a:blipFill>
                <a:blip r:embed="rId11"/>
                <a:stretch>
                  <a:fillRect b="-3774"/>
                </a:stretch>
              </a:blipFill>
              <a:ln>
                <a:solidFill>
                  <a:schemeClr val="accent2"/>
                </a:solidFill>
              </a:ln>
            </p:spPr>
            <p:txBody>
              <a:bodyPr/>
              <a:lstStyle/>
              <a:p>
                <a:r>
                  <a:rPr lang="en-GB">
                    <a:noFill/>
                  </a:rPr>
                  <a:t> </a:t>
                </a:r>
              </a:p>
            </p:txBody>
          </p:sp>
        </mc:Fallback>
      </mc:AlternateContent>
      <p:cxnSp>
        <p:nvCxnSpPr>
          <p:cNvPr id="213" name="Connecteur en arc 212">
            <a:extLst>
              <a:ext uri="{FF2B5EF4-FFF2-40B4-BE49-F238E27FC236}">
                <a16:creationId xmlns:a16="http://schemas.microsoft.com/office/drawing/2014/main" id="{86D0B846-D5B2-FFDB-FED1-1D746E40567C}"/>
              </a:ext>
            </a:extLst>
          </p:cNvPr>
          <p:cNvCxnSpPr>
            <a:cxnSpLocks/>
            <a:stCxn id="211" idx="1"/>
          </p:cNvCxnSpPr>
          <p:nvPr/>
        </p:nvCxnSpPr>
        <p:spPr>
          <a:xfrm rot="10800000">
            <a:off x="5731466" y="2516356"/>
            <a:ext cx="1882526" cy="33493"/>
          </a:xfrm>
          <a:prstGeom prst="curvedConnector3">
            <a:avLst>
              <a:gd name="adj1" fmla="val 50000"/>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508CEA8-FC28-B161-E606-BD570CB5B68C}"/>
                  </a:ext>
                </a:extLst>
              </p:cNvPr>
              <p:cNvSpPr txBox="1"/>
              <p:nvPr/>
            </p:nvSpPr>
            <p:spPr>
              <a:xfrm>
                <a:off x="136145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3" name="ZoneTexte 2">
                <a:extLst>
                  <a:ext uri="{FF2B5EF4-FFF2-40B4-BE49-F238E27FC236}">
                    <a16:creationId xmlns:a16="http://schemas.microsoft.com/office/drawing/2014/main" id="{6508CEA8-FC28-B161-E606-BD570CB5B68C}"/>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2"/>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784CFD96-C2A0-215C-6003-53B00D58B1DE}"/>
                  </a:ext>
                </a:extLst>
              </p:cNvPr>
              <p:cNvSpPr txBox="1"/>
              <p:nvPr/>
            </p:nvSpPr>
            <p:spPr>
              <a:xfrm>
                <a:off x="188587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1" name="ZoneTexte 10">
                <a:extLst>
                  <a:ext uri="{FF2B5EF4-FFF2-40B4-BE49-F238E27FC236}">
                    <a16:creationId xmlns:a16="http://schemas.microsoft.com/office/drawing/2014/main" id="{784CFD96-C2A0-215C-6003-53B00D58B1DE}"/>
                  </a:ext>
                </a:extLst>
              </p:cNvPr>
              <p:cNvSpPr txBox="1">
                <a:spLocks noRot="1" noChangeAspect="1" noMove="1" noResize="1" noEditPoints="1" noAdjustHandles="1" noChangeArrowheads="1" noChangeShapeType="1" noTextEdit="1"/>
              </p:cNvSpPr>
              <p:nvPr/>
            </p:nvSpPr>
            <p:spPr>
              <a:xfrm>
                <a:off x="1885875" y="3227046"/>
                <a:ext cx="524420" cy="123111"/>
              </a:xfrm>
              <a:prstGeom prst="rect">
                <a:avLst/>
              </a:prstGeom>
              <a:blipFill>
                <a:blip r:embed="rId13"/>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612E466A-77CC-74AC-5F5A-B25E77F5A7CC}"/>
                  </a:ext>
                </a:extLst>
              </p:cNvPr>
              <p:cNvSpPr txBox="1"/>
              <p:nvPr/>
            </p:nvSpPr>
            <p:spPr>
              <a:xfrm>
                <a:off x="2449540"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2" name="ZoneTexte 11">
                <a:extLst>
                  <a:ext uri="{FF2B5EF4-FFF2-40B4-BE49-F238E27FC236}">
                    <a16:creationId xmlns:a16="http://schemas.microsoft.com/office/drawing/2014/main" id="{612E466A-77CC-74AC-5F5A-B25E77F5A7CC}"/>
                  </a:ext>
                </a:extLst>
              </p:cNvPr>
              <p:cNvSpPr txBox="1">
                <a:spLocks noRot="1" noChangeAspect="1" noMove="1" noResize="1" noEditPoints="1" noAdjustHandles="1" noChangeArrowheads="1" noChangeShapeType="1" noTextEdit="1"/>
              </p:cNvSpPr>
              <p:nvPr/>
            </p:nvSpPr>
            <p:spPr>
              <a:xfrm>
                <a:off x="2449540" y="3227046"/>
                <a:ext cx="524420" cy="123111"/>
              </a:xfrm>
              <a:prstGeom prst="rect">
                <a:avLst/>
              </a:prstGeom>
              <a:blipFill>
                <a:blip r:embed="rId14"/>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1458D488-480D-FB05-793A-97C11AF97EAD}"/>
                  </a:ext>
                </a:extLst>
              </p:cNvPr>
              <p:cNvSpPr txBox="1"/>
              <p:nvPr/>
            </p:nvSpPr>
            <p:spPr>
              <a:xfrm>
                <a:off x="2971677"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3" name="ZoneTexte 12">
                <a:extLst>
                  <a:ext uri="{FF2B5EF4-FFF2-40B4-BE49-F238E27FC236}">
                    <a16:creationId xmlns:a16="http://schemas.microsoft.com/office/drawing/2014/main" id="{1458D488-480D-FB05-793A-97C11AF97EAD}"/>
                  </a:ext>
                </a:extLst>
              </p:cNvPr>
              <p:cNvSpPr txBox="1">
                <a:spLocks noRot="1" noChangeAspect="1" noMove="1" noResize="1" noEditPoints="1" noAdjustHandles="1" noChangeArrowheads="1" noChangeShapeType="1" noTextEdit="1"/>
              </p:cNvSpPr>
              <p:nvPr/>
            </p:nvSpPr>
            <p:spPr>
              <a:xfrm>
                <a:off x="2971677" y="3227046"/>
                <a:ext cx="524420" cy="123111"/>
              </a:xfrm>
              <a:prstGeom prst="rect">
                <a:avLst/>
              </a:prstGeom>
              <a:blipFill>
                <a:blip r:embed="rId15"/>
                <a:stretch>
                  <a:fillRect t="-9091" b="-36364"/>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63E3B6CF-F61B-A908-E84C-F4919A354E9C}"/>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8021C260-2546-4705-C94B-8A4B2BB9DD63}"/>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75DF5D58-3955-C019-388C-FF8E10873A8B}"/>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BA8D62FA-C808-405F-D417-B23640DFC875}"/>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03F61E39-48E7-9B7A-6142-2519305038C7}"/>
              </a:ext>
            </a:extLst>
          </p:cNvPr>
          <p:cNvCxnSpPr>
            <a:cxnSpLocks/>
          </p:cNvCxnSpPr>
          <p:nvPr/>
        </p:nvCxnSpPr>
        <p:spPr>
          <a:xfrm flipV="1">
            <a:off x="1389447"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32575C49-E782-54A1-6EC1-DA2413F28AD6}"/>
              </a:ext>
            </a:extLst>
          </p:cNvPr>
          <p:cNvCxnSpPr>
            <a:cxnSpLocks/>
          </p:cNvCxnSpPr>
          <p:nvPr/>
        </p:nvCxnSpPr>
        <p:spPr>
          <a:xfrm flipV="1">
            <a:off x="1907314"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D13D502B-291B-229B-E8D1-7E8B30B02074}"/>
              </a:ext>
            </a:extLst>
          </p:cNvPr>
          <p:cNvCxnSpPr>
            <a:cxnSpLocks/>
          </p:cNvCxnSpPr>
          <p:nvPr/>
        </p:nvCxnSpPr>
        <p:spPr>
          <a:xfrm flipV="1">
            <a:off x="2485521" y="2638934"/>
            <a:ext cx="2606"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DE30234D-1C0D-6FED-0622-643092EC9D35}"/>
              </a:ext>
            </a:extLst>
          </p:cNvPr>
          <p:cNvCxnSpPr>
            <a:cxnSpLocks/>
          </p:cNvCxnSpPr>
          <p:nvPr/>
        </p:nvCxnSpPr>
        <p:spPr>
          <a:xfrm flipV="1">
            <a:off x="2991231" y="2638934"/>
            <a:ext cx="2943"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BF536373-6D8A-7A27-84F0-5857D762AFAE}"/>
                  </a:ext>
                </a:extLst>
              </p:cNvPr>
              <p:cNvSpPr txBox="1">
                <a:spLocks noChangeAspect="1"/>
              </p:cNvSpPr>
              <p:nvPr/>
            </p:nvSpPr>
            <p:spPr>
              <a:xfrm>
                <a:off x="1289384" y="2407416"/>
                <a:ext cx="280800" cy="1922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1,0</m:t>
                          </m:r>
                        </m:sub>
                      </m:sSub>
                    </m:oMath>
                  </m:oMathPara>
                </a14:m>
                <a:endParaRPr lang="en-GB" sz="1200" dirty="0"/>
              </a:p>
            </p:txBody>
          </p:sp>
        </mc:Choice>
        <mc:Fallback xmlns="">
          <p:sp>
            <p:nvSpPr>
              <p:cNvPr id="24" name="ZoneTexte 23">
                <a:extLst>
                  <a:ext uri="{FF2B5EF4-FFF2-40B4-BE49-F238E27FC236}">
                    <a16:creationId xmlns:a16="http://schemas.microsoft.com/office/drawing/2014/main" id="{BF536373-6D8A-7A27-84F0-5857D762AFAE}"/>
                  </a:ext>
                </a:extLst>
              </p:cNvPr>
              <p:cNvSpPr txBox="1">
                <a:spLocks noRot="1" noChangeAspect="1" noMove="1" noResize="1" noEditPoints="1" noAdjustHandles="1" noChangeArrowheads="1" noChangeShapeType="1" noTextEdit="1"/>
              </p:cNvSpPr>
              <p:nvPr/>
            </p:nvSpPr>
            <p:spPr>
              <a:xfrm>
                <a:off x="1289384" y="2407416"/>
                <a:ext cx="280800" cy="192227"/>
              </a:xfrm>
              <a:prstGeom prst="rect">
                <a:avLst/>
              </a:prstGeom>
              <a:blipFill>
                <a:blip r:embed="rId16"/>
                <a:stretch>
                  <a:fillRect l="-8696" r="-4348"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B5EA775A-A30E-0FBC-9F7F-913BFD479B7F}"/>
                  </a:ext>
                </a:extLst>
              </p:cNvPr>
              <p:cNvSpPr txBox="1">
                <a:spLocks noChangeAspect="1"/>
              </p:cNvSpPr>
              <p:nvPr/>
            </p:nvSpPr>
            <p:spPr>
              <a:xfrm>
                <a:off x="1759720" y="2402388"/>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2,0</m:t>
                          </m:r>
                        </m:sub>
                      </m:sSub>
                    </m:oMath>
                  </m:oMathPara>
                </a14:m>
                <a:endParaRPr lang="en-GB" sz="1200" dirty="0"/>
              </a:p>
            </p:txBody>
          </p:sp>
        </mc:Choice>
        <mc:Fallback xmlns="">
          <p:sp>
            <p:nvSpPr>
              <p:cNvPr id="25" name="ZoneTexte 24">
                <a:extLst>
                  <a:ext uri="{FF2B5EF4-FFF2-40B4-BE49-F238E27FC236}">
                    <a16:creationId xmlns:a16="http://schemas.microsoft.com/office/drawing/2014/main" id="{B5EA775A-A30E-0FBC-9F7F-913BFD479B7F}"/>
                  </a:ext>
                </a:extLst>
              </p:cNvPr>
              <p:cNvSpPr txBox="1">
                <a:spLocks noRot="1" noChangeAspect="1" noMove="1" noResize="1" noEditPoints="1" noAdjustHandles="1" noChangeArrowheads="1" noChangeShapeType="1" noTextEdit="1"/>
              </p:cNvSpPr>
              <p:nvPr/>
            </p:nvSpPr>
            <p:spPr>
              <a:xfrm>
                <a:off x="1759720" y="2402388"/>
                <a:ext cx="285335" cy="192873"/>
              </a:xfrm>
              <a:prstGeom prst="rect">
                <a:avLst/>
              </a:prstGeom>
              <a:blipFill>
                <a:blip r:embed="rId17"/>
                <a:stretch>
                  <a:fillRect l="-8696" r="-8696"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D9DA674-B68E-58EA-15B7-87924F9FB972}"/>
                  </a:ext>
                </a:extLst>
              </p:cNvPr>
              <p:cNvSpPr txBox="1">
                <a:spLocks noChangeAspect="1"/>
              </p:cNvSpPr>
              <p:nvPr/>
            </p:nvSpPr>
            <p:spPr>
              <a:xfrm>
                <a:off x="2300042" y="2427034"/>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3,0</m:t>
                          </m:r>
                        </m:sub>
                      </m:sSub>
                    </m:oMath>
                  </m:oMathPara>
                </a14:m>
                <a:endParaRPr lang="en-GB" sz="1200" dirty="0"/>
              </a:p>
            </p:txBody>
          </p:sp>
        </mc:Choice>
        <mc:Fallback xmlns="">
          <p:sp>
            <p:nvSpPr>
              <p:cNvPr id="26" name="ZoneTexte 25">
                <a:extLst>
                  <a:ext uri="{FF2B5EF4-FFF2-40B4-BE49-F238E27FC236}">
                    <a16:creationId xmlns:a16="http://schemas.microsoft.com/office/drawing/2014/main" id="{2D9DA674-B68E-58EA-15B7-87924F9FB972}"/>
                  </a:ext>
                </a:extLst>
              </p:cNvPr>
              <p:cNvSpPr txBox="1">
                <a:spLocks noRot="1" noChangeAspect="1" noMove="1" noResize="1" noEditPoints="1" noAdjustHandles="1" noChangeArrowheads="1" noChangeShapeType="1" noTextEdit="1"/>
              </p:cNvSpPr>
              <p:nvPr/>
            </p:nvSpPr>
            <p:spPr>
              <a:xfrm>
                <a:off x="2300042" y="2427034"/>
                <a:ext cx="285335" cy="192873"/>
              </a:xfrm>
              <a:prstGeom prst="rect">
                <a:avLst/>
              </a:prstGeom>
              <a:blipFill>
                <a:blip r:embed="rId18"/>
                <a:stretch>
                  <a:fillRect l="-4167" r="-4167"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58586087-BB59-E7C5-081F-AB1052737B64}"/>
                  </a:ext>
                </a:extLst>
              </p:cNvPr>
              <p:cNvSpPr txBox="1">
                <a:spLocks noChangeAspect="1"/>
              </p:cNvSpPr>
              <p:nvPr/>
            </p:nvSpPr>
            <p:spPr>
              <a:xfrm>
                <a:off x="2840574" y="2430286"/>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4,0</m:t>
                          </m:r>
                        </m:sub>
                      </m:sSub>
                    </m:oMath>
                  </m:oMathPara>
                </a14:m>
                <a:endParaRPr lang="en-GB" sz="1200" dirty="0"/>
              </a:p>
            </p:txBody>
          </p:sp>
        </mc:Choice>
        <mc:Fallback xmlns="">
          <p:sp>
            <p:nvSpPr>
              <p:cNvPr id="27" name="ZoneTexte 26">
                <a:extLst>
                  <a:ext uri="{FF2B5EF4-FFF2-40B4-BE49-F238E27FC236}">
                    <a16:creationId xmlns:a16="http://schemas.microsoft.com/office/drawing/2014/main" id="{58586087-BB59-E7C5-081F-AB1052737B64}"/>
                  </a:ext>
                </a:extLst>
              </p:cNvPr>
              <p:cNvSpPr txBox="1">
                <a:spLocks noRot="1" noChangeAspect="1" noMove="1" noResize="1" noEditPoints="1" noAdjustHandles="1" noChangeArrowheads="1" noChangeShapeType="1" noTextEdit="1"/>
              </p:cNvSpPr>
              <p:nvPr/>
            </p:nvSpPr>
            <p:spPr>
              <a:xfrm>
                <a:off x="2840574" y="2430286"/>
                <a:ext cx="285335" cy="192873"/>
              </a:xfrm>
              <a:prstGeom prst="rect">
                <a:avLst/>
              </a:prstGeom>
              <a:blipFill>
                <a:blip r:embed="rId19"/>
                <a:stretch>
                  <a:fillRect l="-8333" r="-4167" b="-6250"/>
                </a:stretch>
              </a:blipFill>
            </p:spPr>
            <p:txBody>
              <a:bodyPr/>
              <a:lstStyle/>
              <a:p>
                <a:r>
                  <a:rPr lang="en-GB">
                    <a:noFill/>
                  </a:rPr>
                  <a:t> </a:t>
                </a:r>
              </a:p>
            </p:txBody>
          </p:sp>
        </mc:Fallback>
      </mc:AlternateContent>
      <p:sp>
        <p:nvSpPr>
          <p:cNvPr id="8" name="Accolade fermante 7">
            <a:extLst>
              <a:ext uri="{FF2B5EF4-FFF2-40B4-BE49-F238E27FC236}">
                <a16:creationId xmlns:a16="http://schemas.microsoft.com/office/drawing/2014/main" id="{140A5B49-B55C-FB2E-52D7-73845F8359D9}"/>
              </a:ext>
            </a:extLst>
          </p:cNvPr>
          <p:cNvSpPr/>
          <p:nvPr/>
        </p:nvSpPr>
        <p:spPr>
          <a:xfrm>
            <a:off x="3654678" y="2364609"/>
            <a:ext cx="196125" cy="432405"/>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793BE169-B5A2-19F2-7198-6B8C4472C70F}"/>
                  </a:ext>
                </a:extLst>
              </p:cNvPr>
              <p:cNvSpPr txBox="1"/>
              <p:nvPr/>
            </p:nvSpPr>
            <p:spPr>
              <a:xfrm>
                <a:off x="4025841" y="2418840"/>
                <a:ext cx="1257588"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9" name="ZoneTexte 8">
                <a:extLst>
                  <a:ext uri="{FF2B5EF4-FFF2-40B4-BE49-F238E27FC236}">
                    <a16:creationId xmlns:a16="http://schemas.microsoft.com/office/drawing/2014/main" id="{793BE169-B5A2-19F2-7198-6B8C4472C70F}"/>
                  </a:ext>
                </a:extLst>
              </p:cNvPr>
              <p:cNvSpPr txBox="1">
                <a:spLocks noRot="1" noChangeAspect="1" noMove="1" noResize="1" noEditPoints="1" noAdjustHandles="1" noChangeArrowheads="1" noChangeShapeType="1" noTextEdit="1"/>
              </p:cNvSpPr>
              <p:nvPr/>
            </p:nvSpPr>
            <p:spPr>
              <a:xfrm>
                <a:off x="4025841" y="2418840"/>
                <a:ext cx="1257588" cy="299313"/>
              </a:xfrm>
              <a:prstGeom prst="rect">
                <a:avLst/>
              </a:prstGeom>
              <a:blipFill>
                <a:blip r:embed="rId20"/>
                <a:stretch>
                  <a:fillRect l="-1980" r="-990" b="-24000"/>
                </a:stretch>
              </a:blipFill>
            </p:spPr>
            <p:txBody>
              <a:bodyPr/>
              <a:lstStyle/>
              <a:p>
                <a:r>
                  <a:rPr lang="en-GB">
                    <a:noFill/>
                  </a:rPr>
                  <a:t> </a:t>
                </a:r>
              </a:p>
            </p:txBody>
          </p:sp>
        </mc:Fallback>
      </mc:AlternateContent>
      <p:sp>
        <p:nvSpPr>
          <p:cNvPr id="19" name="ZoneTexte 18">
            <a:extLst>
              <a:ext uri="{FF2B5EF4-FFF2-40B4-BE49-F238E27FC236}">
                <a16:creationId xmlns:a16="http://schemas.microsoft.com/office/drawing/2014/main" id="{255B5A4F-7928-395F-1692-56D22E20F878}"/>
              </a:ext>
            </a:extLst>
          </p:cNvPr>
          <p:cNvSpPr txBox="1"/>
          <p:nvPr/>
        </p:nvSpPr>
        <p:spPr>
          <a:xfrm>
            <a:off x="4210281" y="2978931"/>
            <a:ext cx="846324" cy="276999"/>
          </a:xfrm>
          <a:prstGeom prst="rect">
            <a:avLst/>
          </a:prstGeom>
          <a:noFill/>
        </p:spPr>
        <p:txBody>
          <a:bodyPr wrap="square" rtlCol="0">
            <a:spAutoFit/>
          </a:bodyPr>
          <a:lstStyle/>
          <a:p>
            <a:pPr algn="ctr"/>
            <a:r>
              <a:rPr lang="en-GB" sz="1200" dirty="0">
                <a:solidFill>
                  <a:schemeClr val="tx1">
                    <a:lumMod val="50000"/>
                    <a:lumOff val="50000"/>
                  </a:schemeClr>
                </a:solidFill>
              </a:rPr>
              <a:t>scalar</a:t>
            </a:r>
          </a:p>
        </p:txBody>
      </p:sp>
      <p:sp>
        <p:nvSpPr>
          <p:cNvPr id="20" name="ZoneTexte 19">
            <a:extLst>
              <a:ext uri="{FF2B5EF4-FFF2-40B4-BE49-F238E27FC236}">
                <a16:creationId xmlns:a16="http://schemas.microsoft.com/office/drawing/2014/main" id="{F02732E0-0E79-0713-8E78-44ACD8D0E479}"/>
              </a:ext>
            </a:extLst>
          </p:cNvPr>
          <p:cNvSpPr txBox="1"/>
          <p:nvPr/>
        </p:nvSpPr>
        <p:spPr>
          <a:xfrm>
            <a:off x="4996998" y="2971944"/>
            <a:ext cx="846324" cy="276999"/>
          </a:xfrm>
          <a:prstGeom prst="rect">
            <a:avLst/>
          </a:prstGeom>
          <a:noFill/>
        </p:spPr>
        <p:txBody>
          <a:bodyPr wrap="square" rtlCol="0">
            <a:spAutoFit/>
          </a:bodyPr>
          <a:lstStyle/>
          <a:p>
            <a:pPr algn="ctr"/>
            <a:r>
              <a:rPr lang="en-GB" sz="1200" dirty="0">
                <a:solidFill>
                  <a:schemeClr val="tx1">
                    <a:lumMod val="50000"/>
                    <a:lumOff val="50000"/>
                  </a:schemeClr>
                </a:solidFill>
              </a:rPr>
              <a:t>vector</a:t>
            </a:r>
          </a:p>
        </p:txBody>
      </p:sp>
      <p:cxnSp>
        <p:nvCxnSpPr>
          <p:cNvPr id="29" name="Connecteur droit avec flèche 28">
            <a:extLst>
              <a:ext uri="{FF2B5EF4-FFF2-40B4-BE49-F238E27FC236}">
                <a16:creationId xmlns:a16="http://schemas.microsoft.com/office/drawing/2014/main" id="{275A73A9-A399-1E96-D78E-DCDE74BBAE8C}"/>
              </a:ext>
            </a:extLst>
          </p:cNvPr>
          <p:cNvCxnSpPr>
            <a:stCxn id="19" idx="0"/>
          </p:cNvCxnSpPr>
          <p:nvPr/>
        </p:nvCxnSpPr>
        <p:spPr>
          <a:xfrm flipV="1">
            <a:off x="4633443" y="2650603"/>
            <a:ext cx="231708" cy="328328"/>
          </a:xfrm>
          <a:prstGeom prst="straightConnector1">
            <a:avLst/>
          </a:prstGeom>
          <a:ln>
            <a:solidFill>
              <a:schemeClr val="accent1">
                <a:alpha val="3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D4305E52-9471-F24B-46EF-D66E2953B3B3}"/>
              </a:ext>
            </a:extLst>
          </p:cNvPr>
          <p:cNvCxnSpPr>
            <a:cxnSpLocks/>
            <a:stCxn id="20" idx="0"/>
          </p:cNvCxnSpPr>
          <p:nvPr/>
        </p:nvCxnSpPr>
        <p:spPr>
          <a:xfrm flipH="1" flipV="1">
            <a:off x="5205006" y="2755136"/>
            <a:ext cx="215154" cy="216808"/>
          </a:xfrm>
          <a:prstGeom prst="straightConnector1">
            <a:avLst/>
          </a:prstGeom>
          <a:ln>
            <a:solidFill>
              <a:schemeClr val="accent1">
                <a:alpha val="3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8E055798-655B-8698-F5C2-E981CCEE11E0}"/>
                  </a:ext>
                </a:extLst>
              </p:cNvPr>
              <p:cNvSpPr txBox="1"/>
              <p:nvPr/>
            </p:nvSpPr>
            <p:spPr>
              <a:xfrm>
                <a:off x="4045029" y="3337472"/>
                <a:ext cx="3695591" cy="256993"/>
              </a:xfrm>
              <a:prstGeom prst="rect">
                <a:avLst/>
              </a:prstGeom>
              <a:noFill/>
            </p:spPr>
            <p:txBody>
              <a:bodyPr wrap="square" lIns="0" tIns="0" rIns="0" bIns="0" rtlCol="0">
                <a:spAutoFit/>
              </a:bodyPr>
              <a:lstStyle/>
              <a:p>
                <a14:m>
                  <m:oMath xmlns:m="http://schemas.openxmlformats.org/officeDocument/2006/math">
                    <m:sSub>
                      <m:sSubPr>
                        <m:ctrlPr>
                          <a:rPr lang="fr-FR" sz="1600" i="1" smtClean="0">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𝑐</m:t>
                        </m:r>
                      </m:e>
                      <m:sub>
                        <m:r>
                          <a:rPr lang="fr-FR" sz="1600" b="0" i="1" smtClean="0">
                            <a:solidFill>
                              <a:schemeClr val="accent1"/>
                            </a:solidFill>
                            <a:latin typeface="Cambria Math" panose="02040503050406030204" pitchFamily="18" charset="0"/>
                          </a:rPr>
                          <m:t>0</m:t>
                        </m:r>
                      </m:sub>
                    </m:sSub>
                    <m:r>
                      <a:rPr lang="fr-FR" sz="1600" i="1">
                        <a:solidFill>
                          <a:schemeClr val="accent1"/>
                        </a:solidFill>
                        <a:latin typeface="Cambria Math" panose="02040503050406030204" pitchFamily="18" charset="0"/>
                      </a:rPr>
                      <m:t>=</m:t>
                    </m:r>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𝛼</m:t>
                        </m:r>
                      </m:e>
                      <m:sub>
                        <m:r>
                          <a:rPr lang="fr-FR" sz="1600" b="0" i="1" smtClean="0">
                            <a:solidFill>
                              <a:schemeClr val="accent1"/>
                            </a:solidFill>
                            <a:latin typeface="Cambria Math" panose="02040503050406030204" pitchFamily="18" charset="0"/>
                          </a:rPr>
                          <m:t>1</m:t>
                        </m:r>
                        <m:r>
                          <a:rPr lang="fr-FR" sz="1600" i="1">
                            <a:solidFill>
                              <a:schemeClr val="accent1"/>
                            </a:solidFill>
                            <a:latin typeface="Cambria Math" panose="02040503050406030204" pitchFamily="18" charset="0"/>
                          </a:rPr>
                          <m:t>,</m:t>
                        </m:r>
                        <m:r>
                          <a:rPr lang="fr-FR" sz="1600" b="0" i="1" smtClean="0">
                            <a:solidFill>
                              <a:schemeClr val="accent1"/>
                            </a:solidFill>
                            <a:latin typeface="Cambria Math" panose="02040503050406030204" pitchFamily="18" charset="0"/>
                          </a:rPr>
                          <m:t>0</m:t>
                        </m:r>
                      </m:sub>
                    </m:sSub>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h</m:t>
                        </m:r>
                      </m:e>
                      <m:sub>
                        <m:r>
                          <a:rPr lang="fr-FR" sz="1600" b="0" i="1" smtClean="0">
                            <a:solidFill>
                              <a:schemeClr val="accent1"/>
                            </a:solidFill>
                            <a:latin typeface="Cambria Math" panose="02040503050406030204" pitchFamily="18" charset="0"/>
                          </a:rPr>
                          <m:t>1</m:t>
                        </m:r>
                      </m:sub>
                    </m:sSub>
                    <m:r>
                      <a:rPr lang="fr-FR" sz="1600" b="0" i="1" smtClean="0">
                        <a:solidFill>
                          <a:schemeClr val="accent1"/>
                        </a:solidFill>
                        <a:latin typeface="Cambria Math" panose="02040503050406030204" pitchFamily="18" charset="0"/>
                      </a:rPr>
                      <m:t>+</m:t>
                    </m:r>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𝛼</m:t>
                        </m:r>
                      </m:e>
                      <m:sub>
                        <m:r>
                          <a:rPr lang="fr-FR" sz="1600" b="0" i="1" smtClean="0">
                            <a:solidFill>
                              <a:schemeClr val="accent1"/>
                            </a:solidFill>
                            <a:latin typeface="Cambria Math" panose="02040503050406030204" pitchFamily="18" charset="0"/>
                          </a:rPr>
                          <m:t>2</m:t>
                        </m:r>
                        <m:r>
                          <a:rPr lang="fr-FR" sz="1600" i="1">
                            <a:solidFill>
                              <a:schemeClr val="accent1"/>
                            </a:solidFill>
                            <a:latin typeface="Cambria Math" panose="02040503050406030204" pitchFamily="18" charset="0"/>
                          </a:rPr>
                          <m:t>,0</m:t>
                        </m:r>
                      </m:sub>
                    </m:sSub>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h</m:t>
                        </m:r>
                      </m:e>
                      <m:sub>
                        <m:r>
                          <a:rPr lang="fr-FR" sz="1600" b="0" i="1" smtClean="0">
                            <a:solidFill>
                              <a:schemeClr val="accent1"/>
                            </a:solidFill>
                            <a:latin typeface="Cambria Math" panose="02040503050406030204" pitchFamily="18" charset="0"/>
                          </a:rPr>
                          <m:t>2</m:t>
                        </m:r>
                      </m:sub>
                    </m:sSub>
                  </m:oMath>
                </a14:m>
                <a:r>
                  <a:rPr lang="en-GB" sz="1600" dirty="0">
                    <a:solidFill>
                      <a:schemeClr val="accent1"/>
                    </a:solidFill>
                  </a:rPr>
                  <a:t>+</a:t>
                </a:r>
                <a:r>
                  <a:rPr lang="fr-FR" sz="1600" dirty="0">
                    <a:solidFill>
                      <a:schemeClr val="accent1"/>
                    </a:solidFill>
                  </a:rPr>
                  <a:t> </a:t>
                </a:r>
                <a14:m>
                  <m:oMath xmlns:m="http://schemas.openxmlformats.org/officeDocument/2006/math">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𝛼</m:t>
                        </m:r>
                      </m:e>
                      <m:sub>
                        <m:r>
                          <a:rPr lang="fr-FR" sz="1600" b="0" i="1" smtClean="0">
                            <a:solidFill>
                              <a:schemeClr val="accent1"/>
                            </a:solidFill>
                            <a:latin typeface="Cambria Math" panose="02040503050406030204" pitchFamily="18" charset="0"/>
                          </a:rPr>
                          <m:t>3</m:t>
                        </m:r>
                        <m:r>
                          <a:rPr lang="fr-FR" sz="1600" i="1">
                            <a:solidFill>
                              <a:schemeClr val="accent1"/>
                            </a:solidFill>
                            <a:latin typeface="Cambria Math" panose="02040503050406030204" pitchFamily="18" charset="0"/>
                          </a:rPr>
                          <m:t>,0</m:t>
                        </m:r>
                      </m:sub>
                    </m:sSub>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h</m:t>
                        </m:r>
                      </m:e>
                      <m:sub>
                        <m:r>
                          <a:rPr lang="fr-FR" sz="1600" b="0" i="1" smtClean="0">
                            <a:solidFill>
                              <a:schemeClr val="accent1"/>
                            </a:solidFill>
                            <a:latin typeface="Cambria Math" panose="02040503050406030204" pitchFamily="18" charset="0"/>
                          </a:rPr>
                          <m:t>3</m:t>
                        </m:r>
                      </m:sub>
                    </m:sSub>
                  </m:oMath>
                </a14:m>
                <a:r>
                  <a:rPr lang="fr-FR" sz="1600" dirty="0">
                    <a:solidFill>
                      <a:schemeClr val="accent1"/>
                    </a:solidFill>
                  </a:rPr>
                  <a:t> </a:t>
                </a:r>
                <a14:m>
                  <m:oMath xmlns:m="http://schemas.openxmlformats.org/officeDocument/2006/math">
                    <m:r>
                      <a:rPr lang="fr-FR" sz="1600" b="0" i="0" smtClean="0">
                        <a:solidFill>
                          <a:schemeClr val="accent1"/>
                        </a:solidFill>
                        <a:latin typeface="Cambria Math" panose="02040503050406030204" pitchFamily="18" charset="0"/>
                      </a:rPr>
                      <m:t>+</m:t>
                    </m:r>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𝛼</m:t>
                        </m:r>
                      </m:e>
                      <m:sub>
                        <m:r>
                          <a:rPr lang="fr-FR" sz="1600" b="0" i="1" smtClean="0">
                            <a:solidFill>
                              <a:schemeClr val="accent1"/>
                            </a:solidFill>
                            <a:latin typeface="Cambria Math" panose="02040503050406030204" pitchFamily="18" charset="0"/>
                          </a:rPr>
                          <m:t>4</m:t>
                        </m:r>
                        <m:r>
                          <a:rPr lang="fr-FR" sz="1600" i="1">
                            <a:solidFill>
                              <a:schemeClr val="accent1"/>
                            </a:solidFill>
                            <a:latin typeface="Cambria Math" panose="02040503050406030204" pitchFamily="18" charset="0"/>
                          </a:rPr>
                          <m:t>,0</m:t>
                        </m:r>
                      </m:sub>
                    </m:sSub>
                    <m:sSub>
                      <m:sSubPr>
                        <m:ctrlPr>
                          <a:rPr lang="fr-FR" sz="1600" i="1">
                            <a:solidFill>
                              <a:schemeClr val="accent1"/>
                            </a:solidFill>
                            <a:latin typeface="Cambria Math" panose="02040503050406030204" pitchFamily="18" charset="0"/>
                          </a:rPr>
                        </m:ctrlPr>
                      </m:sSubPr>
                      <m:e>
                        <m:r>
                          <a:rPr lang="fr-FR" sz="1600" i="1">
                            <a:solidFill>
                              <a:schemeClr val="accent1"/>
                            </a:solidFill>
                            <a:latin typeface="Cambria Math" panose="02040503050406030204" pitchFamily="18" charset="0"/>
                          </a:rPr>
                          <m:t>h</m:t>
                        </m:r>
                      </m:e>
                      <m:sub>
                        <m:r>
                          <a:rPr lang="fr-FR" sz="1600" b="0" i="1" smtClean="0">
                            <a:solidFill>
                              <a:schemeClr val="accent1"/>
                            </a:solidFill>
                            <a:latin typeface="Cambria Math" panose="02040503050406030204" pitchFamily="18" charset="0"/>
                          </a:rPr>
                          <m:t>4</m:t>
                        </m:r>
                      </m:sub>
                    </m:sSub>
                  </m:oMath>
                </a14:m>
                <a:endParaRPr lang="en-GB" sz="1600" dirty="0">
                  <a:solidFill>
                    <a:schemeClr val="accent1"/>
                  </a:solidFill>
                </a:endParaRPr>
              </a:p>
            </p:txBody>
          </p:sp>
        </mc:Choice>
        <mc:Fallback xmlns="">
          <p:sp>
            <p:nvSpPr>
              <p:cNvPr id="34" name="ZoneTexte 33">
                <a:extLst>
                  <a:ext uri="{FF2B5EF4-FFF2-40B4-BE49-F238E27FC236}">
                    <a16:creationId xmlns:a16="http://schemas.microsoft.com/office/drawing/2014/main" id="{8E055798-655B-8698-F5C2-E981CCEE11E0}"/>
                  </a:ext>
                </a:extLst>
              </p:cNvPr>
              <p:cNvSpPr txBox="1">
                <a:spLocks noRot="1" noChangeAspect="1" noMove="1" noResize="1" noEditPoints="1" noAdjustHandles="1" noChangeArrowheads="1" noChangeShapeType="1" noTextEdit="1"/>
              </p:cNvSpPr>
              <p:nvPr/>
            </p:nvSpPr>
            <p:spPr>
              <a:xfrm>
                <a:off x="4045029" y="3337472"/>
                <a:ext cx="3695591" cy="256993"/>
              </a:xfrm>
              <a:prstGeom prst="rect">
                <a:avLst/>
              </a:prstGeom>
              <a:blipFill>
                <a:blip r:embed="rId21"/>
                <a:stretch>
                  <a:fillRect l="-1370" t="-22727" b="-36364"/>
                </a:stretch>
              </a:blipFill>
            </p:spPr>
            <p:txBody>
              <a:bodyPr/>
              <a:lstStyle/>
              <a:p>
                <a:r>
                  <a:rPr lang="en-GB">
                    <a:noFill/>
                  </a:rPr>
                  <a:t> </a:t>
                </a:r>
              </a:p>
            </p:txBody>
          </p:sp>
        </mc:Fallback>
      </mc:AlternateContent>
      <p:cxnSp>
        <p:nvCxnSpPr>
          <p:cNvPr id="50" name="Connecteur en angle 49">
            <a:extLst>
              <a:ext uri="{FF2B5EF4-FFF2-40B4-BE49-F238E27FC236}">
                <a16:creationId xmlns:a16="http://schemas.microsoft.com/office/drawing/2014/main" id="{8D60099E-FE2C-8DFE-F32A-3E5CC4830F6D}"/>
              </a:ext>
            </a:extLst>
          </p:cNvPr>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1" name="Connecteur en angle 50">
            <a:extLst>
              <a:ext uri="{FF2B5EF4-FFF2-40B4-BE49-F238E27FC236}">
                <a16:creationId xmlns:a16="http://schemas.microsoft.com/office/drawing/2014/main" id="{0A4662A1-6BED-3483-0383-916538E803F4}"/>
              </a:ext>
            </a:extLst>
          </p:cNvPr>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2" name="Connecteur en angle 51">
            <a:extLst>
              <a:ext uri="{FF2B5EF4-FFF2-40B4-BE49-F238E27FC236}">
                <a16:creationId xmlns:a16="http://schemas.microsoft.com/office/drawing/2014/main" id="{BC44CFC7-1846-CE9F-7BCA-6A41D12A0F58}"/>
              </a:ext>
            </a:extLst>
          </p:cNvPr>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3" name="Connecteur en angle 52">
            <a:extLst>
              <a:ext uri="{FF2B5EF4-FFF2-40B4-BE49-F238E27FC236}">
                <a16:creationId xmlns:a16="http://schemas.microsoft.com/office/drawing/2014/main" id="{3FA65FBA-F564-C495-E89A-1D5ACB42D826}"/>
              </a:ext>
            </a:extLst>
          </p:cNvPr>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F103084B-8D4D-D35B-0804-A5CF24EEE357}"/>
                  </a:ext>
                </a:extLst>
              </p:cNvPr>
              <p:cNvSpPr txBox="1"/>
              <p:nvPr/>
            </p:nvSpPr>
            <p:spPr>
              <a:xfrm>
                <a:off x="3652159" y="5425922"/>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54" name="ZoneTexte 53">
                <a:extLst>
                  <a:ext uri="{FF2B5EF4-FFF2-40B4-BE49-F238E27FC236}">
                    <a16:creationId xmlns:a16="http://schemas.microsoft.com/office/drawing/2014/main" id="{F103084B-8D4D-D35B-0804-A5CF24EEE357}"/>
                  </a:ext>
                </a:extLst>
              </p:cNvPr>
              <p:cNvSpPr txBox="1">
                <a:spLocks noRot="1" noChangeAspect="1" noMove="1" noResize="1" noEditPoints="1" noAdjustHandles="1" noChangeArrowheads="1" noChangeShapeType="1" noTextEdit="1"/>
              </p:cNvSpPr>
              <p:nvPr/>
            </p:nvSpPr>
            <p:spPr>
              <a:xfrm>
                <a:off x="3652159" y="5425922"/>
                <a:ext cx="198644" cy="215444"/>
              </a:xfrm>
              <a:prstGeom prst="rect">
                <a:avLst/>
              </a:prstGeom>
              <a:blipFill>
                <a:blip r:embed="rId22"/>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1586601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9FAE2-E3B2-C097-EBAD-D313E70A0C4D}"/>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4B8355EB-73B3-1053-5629-D868208C1B44}"/>
              </a:ext>
            </a:extLst>
          </p:cNvPr>
          <p:cNvSpPr/>
          <p:nvPr/>
        </p:nvSpPr>
        <p:spPr>
          <a:xfrm>
            <a:off x="1171065" y="2887078"/>
            <a:ext cx="2322426" cy="250683"/>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2" name="Titre 1">
            <a:extLst>
              <a:ext uri="{FF2B5EF4-FFF2-40B4-BE49-F238E27FC236}">
                <a16:creationId xmlns:a16="http://schemas.microsoft.com/office/drawing/2014/main" id="{3AF88D81-605B-6251-E8A5-D10A2ED0F479}"/>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30CF5EA7-D97D-7000-7EE1-02F9D91BDD7B}"/>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4B3AB61E-8EA4-9445-361C-27F35CCE0CF7}"/>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7F0DF4E8-5899-1F64-9EE9-D60942EF6852}"/>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7F0DF4E8-5899-1F64-9EE9-D60942EF6852}"/>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4AE0433B-1EB8-464F-2354-DCCC6A7EA7DF}"/>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23A8F8A4-BEA9-637F-F906-E457F4DEB5C4}"/>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0FC88FB4-A21B-CA05-7081-D935746FBF5B}"/>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0FC88FB4-A21B-CA05-7081-D935746FBF5B}"/>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3EBB5F3F-AD79-4E09-7F36-4671EECADB32}"/>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29126CDA-BB5D-30FE-63FD-2531B87C394B}"/>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15" name="Rectangle : coins arrondis 114">
            <a:extLst>
              <a:ext uri="{FF2B5EF4-FFF2-40B4-BE49-F238E27FC236}">
                <a16:creationId xmlns:a16="http://schemas.microsoft.com/office/drawing/2014/main" id="{A664F85D-B578-2815-0D4E-9B922099EB8B}"/>
              </a:ext>
            </a:extLst>
          </p:cNvPr>
          <p:cNvSpPr/>
          <p:nvPr/>
        </p:nvSpPr>
        <p:spPr>
          <a:xfrm>
            <a:off x="4740824" y="5141448"/>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7" name="Connecteur droit avec flèche 116">
            <a:extLst>
              <a:ext uri="{FF2B5EF4-FFF2-40B4-BE49-F238E27FC236}">
                <a16:creationId xmlns:a16="http://schemas.microsoft.com/office/drawing/2014/main" id="{78124429-6D2E-8F1E-B195-2B3FB7F6D275}"/>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423A64C6-0B47-989E-E91A-6CF8AD69B768}"/>
              </a:ext>
            </a:extLst>
          </p:cNvPr>
          <p:cNvCxnSpPr/>
          <p:nvPr/>
        </p:nvCxnSpPr>
        <p:spPr>
          <a:xfrm>
            <a:off x="3100219" y="5408024"/>
            <a:ext cx="1655999" cy="3629"/>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0" name="ZoneTexte 119">
                <a:extLst>
                  <a:ext uri="{FF2B5EF4-FFF2-40B4-BE49-F238E27FC236}">
                    <a16:creationId xmlns:a16="http://schemas.microsoft.com/office/drawing/2014/main" id="{3F937962-14E7-9440-5CBD-56338C6C7C00}"/>
                  </a:ext>
                </a:extLst>
              </p:cNvPr>
              <p:cNvSpPr txBox="1"/>
              <p:nvPr/>
            </p:nvSpPr>
            <p:spPr>
              <a:xfrm>
                <a:off x="4827278" y="3131313"/>
                <a:ext cx="112147" cy="107722"/>
              </a:xfrm>
              <a:prstGeom prst="rect">
                <a:avLst/>
              </a:prstGeom>
              <a:solidFill>
                <a:srgbClr val="FFFF00">
                  <a:alpha val="70000"/>
                </a:srgbClr>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700" b="0" i="1" smtClean="0">
                          <a:latin typeface="Cambria Math" panose="02040503050406030204" pitchFamily="18" charset="0"/>
                        </a:rPr>
                        <m:t>𝑎𝑧</m:t>
                      </m:r>
                    </m:oMath>
                  </m:oMathPara>
                </a14:m>
                <a:endParaRPr lang="fr-FR" sz="700" b="0" dirty="0"/>
              </a:p>
            </p:txBody>
          </p:sp>
        </mc:Choice>
        <mc:Fallback xmlns="">
          <p:sp>
            <p:nvSpPr>
              <p:cNvPr id="120" name="ZoneTexte 119">
                <a:extLst>
                  <a:ext uri="{FF2B5EF4-FFF2-40B4-BE49-F238E27FC236}">
                    <a16:creationId xmlns:a16="http://schemas.microsoft.com/office/drawing/2014/main" id="{3F937962-14E7-9440-5CBD-56338C6C7C00}"/>
                  </a:ext>
                </a:extLst>
              </p:cNvPr>
              <p:cNvSpPr txBox="1">
                <a:spLocks noRot="1" noChangeAspect="1" noMove="1" noResize="1" noEditPoints="1" noAdjustHandles="1" noChangeArrowheads="1" noChangeShapeType="1" noTextEdit="1"/>
              </p:cNvSpPr>
              <p:nvPr/>
            </p:nvSpPr>
            <p:spPr>
              <a:xfrm>
                <a:off x="4827278" y="3131313"/>
                <a:ext cx="112147" cy="107722"/>
              </a:xfrm>
              <a:prstGeom prst="rect">
                <a:avLst/>
              </a:prstGeom>
              <a:blipFill>
                <a:blip r:embed="rId5"/>
                <a:stretch>
                  <a:fillRect l="-22222" r="-11111" b="-11111"/>
                </a:stretch>
              </a:blipFill>
            </p:spPr>
            <p:txBody>
              <a:bodyPr/>
              <a:lstStyle/>
              <a:p>
                <a:r>
                  <a:rPr lang="en-GB">
                    <a:noFill/>
                  </a:rPr>
                  <a:t> </a:t>
                </a:r>
              </a:p>
            </p:txBody>
          </p:sp>
        </mc:Fallback>
      </mc:AlternateContent>
      <p:sp>
        <p:nvSpPr>
          <p:cNvPr id="125" name="Rectangle : coins arrondis 124">
            <a:extLst>
              <a:ext uri="{FF2B5EF4-FFF2-40B4-BE49-F238E27FC236}">
                <a16:creationId xmlns:a16="http://schemas.microsoft.com/office/drawing/2014/main" id="{8B74F2FA-C991-D7B7-BFD1-E4A5C8E57789}"/>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859BE0C9-DA30-B85D-C906-A40FBB9008A4}"/>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3F80B7D7-2D92-E0AA-9B98-6E43C14EF61E}"/>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8A49189E-9378-3E74-1EA1-5137E808382A}"/>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00005C99-F5F9-2809-587D-624EE7B43590}"/>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00005C99-F5F9-2809-587D-624EE7B43590}"/>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B762DC5F-9882-CDD7-A7D5-B84E4200F2AA}"/>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B762DC5F-9882-CDD7-A7D5-B84E4200F2AA}"/>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7"/>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AE8CCEB7-1D75-EAEA-27A8-FCFF7B4D343D}"/>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42" name="ZoneTexte 141">
            <a:extLst>
              <a:ext uri="{FF2B5EF4-FFF2-40B4-BE49-F238E27FC236}">
                <a16:creationId xmlns:a16="http://schemas.microsoft.com/office/drawing/2014/main" id="{B4DEE40C-9E7F-3A83-817C-3664798735E4}"/>
              </a:ext>
            </a:extLst>
          </p:cNvPr>
          <p:cNvSpPr txBox="1"/>
          <p:nvPr/>
        </p:nvSpPr>
        <p:spPr>
          <a:xfrm>
            <a:off x="4702966" y="5815757"/>
            <a:ext cx="343667" cy="92333"/>
          </a:xfrm>
          <a:prstGeom prst="rect">
            <a:avLst/>
          </a:prstGeom>
          <a:solidFill>
            <a:srgbClr val="FFFF00">
              <a:alpha val="70000"/>
            </a:srgbClr>
          </a:solidFill>
        </p:spPr>
        <p:txBody>
          <a:bodyPr wrap="square" lIns="0" tIns="0" rIns="0" bIns="0" rtlCol="0" anchor="ctr">
            <a:spAutoFit/>
          </a:bodyPr>
          <a:lstStyle/>
          <a:p>
            <a:pPr algn="ctr"/>
            <a:r>
              <a:rPr lang="en-GB" sz="600" b="1" dirty="0"/>
              <a:t>&lt;start&gt;</a:t>
            </a:r>
          </a:p>
        </p:txBody>
      </p:sp>
      <p:cxnSp>
        <p:nvCxnSpPr>
          <p:cNvPr id="158" name="Connecteur droit avec flèche 157">
            <a:extLst>
              <a:ext uri="{FF2B5EF4-FFF2-40B4-BE49-F238E27FC236}">
                <a16:creationId xmlns:a16="http://schemas.microsoft.com/office/drawing/2014/main" id="{A7A3D3CC-6914-F3D6-4BE9-A12F1C116830}"/>
              </a:ext>
            </a:extLst>
          </p:cNvPr>
          <p:cNvCxnSpPr>
            <a:cxnSpLocks/>
            <a:stCxn id="57" idx="0"/>
            <a:endCxn id="120" idx="2"/>
          </p:cNvCxnSpPr>
          <p:nvPr/>
        </p:nvCxnSpPr>
        <p:spPr>
          <a:xfrm flipV="1">
            <a:off x="4879737" y="3239035"/>
            <a:ext cx="3615" cy="774658"/>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5A761D57-558E-3B95-ABCB-B5ED3968EA21}"/>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DE933FF6-8B7A-E329-46DB-CEAC53DB1DBF}"/>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2" name="Connecteur droit avec flèche 171">
            <a:extLst>
              <a:ext uri="{FF2B5EF4-FFF2-40B4-BE49-F238E27FC236}">
                <a16:creationId xmlns:a16="http://schemas.microsoft.com/office/drawing/2014/main" id="{4C7B7C3C-3382-66EC-5ECE-F554F6DAB0C9}"/>
              </a:ext>
            </a:extLst>
          </p:cNvPr>
          <p:cNvCxnSpPr>
            <a:cxnSpLocks/>
          </p:cNvCxnSpPr>
          <p:nvPr/>
        </p:nvCxnSpPr>
        <p:spPr>
          <a:xfrm flipH="1" flipV="1">
            <a:off x="4867027" y="5602564"/>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181B74B9-2047-0068-3C46-F5E7E036E476}"/>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B10BB230-E538-7450-FD0E-7FCE0CEBAD22}"/>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6A58B603-0D5C-95BB-147A-EB75BAA02BB2}"/>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447D537E-0A71-5875-914A-C1811F1E501B}"/>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1EF81D17-1266-B552-3EBF-A470BDBEB43A}"/>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428101C3-D356-0A32-E595-BC7103130C60}"/>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11DECB3F-19EF-94AA-FAE9-D39A8524ACAC}"/>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162C7424-6F88-418E-D4AD-F782F082C0BC}"/>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E29EE84E-AF8A-AEE7-EA1E-0312D04A7011}"/>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EA9E7F8C-951E-BFA9-0E03-A66AFF382B50}"/>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4F530155-3A94-F8A3-11CB-A919C2FADCE4}"/>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p:cxnSp>
        <p:nvCxnSpPr>
          <p:cNvPr id="195" name="Connecteur en angle 194">
            <a:extLst>
              <a:ext uri="{FF2B5EF4-FFF2-40B4-BE49-F238E27FC236}">
                <a16:creationId xmlns:a16="http://schemas.microsoft.com/office/drawing/2014/main" id="{3ECD598A-C3AB-04B2-4E7C-8FFCD719F210}"/>
              </a:ext>
            </a:extLst>
          </p:cNvPr>
          <p:cNvCxnSpPr>
            <a:stCxn id="113" idx="3"/>
            <a:endCxn id="192" idx="3"/>
          </p:cNvCxnSpPr>
          <p:nvPr/>
        </p:nvCxnSpPr>
        <p:spPr>
          <a:xfrm flipV="1">
            <a:off x="3100226" y="4570070"/>
            <a:ext cx="73755" cy="794557"/>
          </a:xfrm>
          <a:prstGeom prst="bentConnector3">
            <a:avLst>
              <a:gd name="adj1" fmla="val 409945"/>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7" name="Connecteur en angle 196">
            <a:extLst>
              <a:ext uri="{FF2B5EF4-FFF2-40B4-BE49-F238E27FC236}">
                <a16:creationId xmlns:a16="http://schemas.microsoft.com/office/drawing/2014/main" id="{E33E59A0-5246-F38E-1265-7BE246A7D13F}"/>
              </a:ext>
            </a:extLst>
          </p:cNvPr>
          <p:cNvCxnSpPr>
            <a:stCxn id="113" idx="3"/>
            <a:endCxn id="191" idx="3"/>
          </p:cNvCxnSpPr>
          <p:nvPr/>
        </p:nvCxnSpPr>
        <p:spPr>
          <a:xfrm flipH="1" flipV="1">
            <a:off x="2639620" y="4197753"/>
            <a:ext cx="460606" cy="1166874"/>
          </a:xfrm>
          <a:prstGeom prst="bentConnector3">
            <a:avLst>
              <a:gd name="adj1" fmla="val -115804"/>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9" name="Connecteur en angle 198">
            <a:extLst>
              <a:ext uri="{FF2B5EF4-FFF2-40B4-BE49-F238E27FC236}">
                <a16:creationId xmlns:a16="http://schemas.microsoft.com/office/drawing/2014/main" id="{18B1D794-7097-F32C-9EC3-F1B4850BCCF5}"/>
              </a:ext>
            </a:extLst>
          </p:cNvPr>
          <p:cNvCxnSpPr>
            <a:stCxn id="113" idx="3"/>
            <a:endCxn id="190" idx="3"/>
          </p:cNvCxnSpPr>
          <p:nvPr/>
        </p:nvCxnSpPr>
        <p:spPr>
          <a:xfrm flipH="1" flipV="1">
            <a:off x="2070529" y="3848578"/>
            <a:ext cx="1029697" cy="1516049"/>
          </a:xfrm>
          <a:prstGeom prst="bentConnector3">
            <a:avLst>
              <a:gd name="adj1" fmla="val -74196"/>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01" name="Connecteur en angle 200">
            <a:extLst>
              <a:ext uri="{FF2B5EF4-FFF2-40B4-BE49-F238E27FC236}">
                <a16:creationId xmlns:a16="http://schemas.microsoft.com/office/drawing/2014/main" id="{90069F1F-AB93-8CE0-4E18-CFF430419331}"/>
              </a:ext>
            </a:extLst>
          </p:cNvPr>
          <p:cNvCxnSpPr>
            <a:stCxn id="113" idx="3"/>
            <a:endCxn id="178" idx="3"/>
          </p:cNvCxnSpPr>
          <p:nvPr/>
        </p:nvCxnSpPr>
        <p:spPr>
          <a:xfrm flipH="1" flipV="1">
            <a:off x="1548243" y="3613666"/>
            <a:ext cx="1551983" cy="1750961"/>
          </a:xfrm>
          <a:prstGeom prst="bentConnector3">
            <a:avLst>
              <a:gd name="adj1" fmla="val -68577"/>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6FDACFD2-F71C-AEFC-C495-24DBDF4DB3BF}"/>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6FDACFD2-F71C-AEFC-C495-24DBDF4DB3BF}"/>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8"/>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60B96E04-0477-B65A-ABDB-F3B471D7C455}"/>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60B96E04-0477-B65A-ABDB-F3B471D7C455}"/>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43F59C05-2D85-0B61-041D-BADFF362E4C6}"/>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43F59C05-2D85-0B61-041D-BADFF362E4C6}"/>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32ADCD01-795D-A863-20AD-A76651EC6811}"/>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32ADCD01-795D-A863-20AD-A76651EC6811}"/>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1"/>
                <a:stretch>
                  <a:fillRect l="-22222" r="-5556" b="-16667"/>
                </a:stretch>
              </a:blipFill>
            </p:spPr>
            <p:txBody>
              <a:bodyPr/>
              <a:lstStyle/>
              <a:p>
                <a:r>
                  <a:rPr lang="en-GB">
                    <a:noFill/>
                  </a:rPr>
                  <a:t> </a:t>
                </a:r>
              </a:p>
            </p:txBody>
          </p:sp>
        </mc:Fallback>
      </mc:AlternateContent>
      <p:sp>
        <p:nvSpPr>
          <p:cNvPr id="211" name="ZoneTexte 210">
            <a:extLst>
              <a:ext uri="{FF2B5EF4-FFF2-40B4-BE49-F238E27FC236}">
                <a16:creationId xmlns:a16="http://schemas.microsoft.com/office/drawing/2014/main" id="{04569F36-7261-6433-685B-624A7DA631C7}"/>
              </a:ext>
            </a:extLst>
          </p:cNvPr>
          <p:cNvSpPr txBox="1"/>
          <p:nvPr/>
        </p:nvSpPr>
        <p:spPr>
          <a:xfrm>
            <a:off x="7305720" y="3083451"/>
            <a:ext cx="2975429" cy="461665"/>
          </a:xfrm>
          <a:prstGeom prst="rect">
            <a:avLst/>
          </a:prstGeom>
          <a:noFill/>
          <a:ln>
            <a:solidFill>
              <a:schemeClr val="accent2"/>
            </a:solidFill>
          </a:ln>
        </p:spPr>
        <p:txBody>
          <a:bodyPr wrap="square" rtlCol="0">
            <a:spAutoFit/>
          </a:bodyPr>
          <a:lstStyle/>
          <a:p>
            <a:r>
              <a:rPr lang="en-GB" sz="1200" b="1" noProof="0" dirty="0">
                <a:solidFill>
                  <a:schemeClr val="tx1"/>
                </a:solidFill>
              </a:rPr>
              <a:t>That conclude</a:t>
            </a:r>
            <a:r>
              <a:rPr lang="en-GB" sz="1200" b="1" noProof="0" dirty="0"/>
              <a:t>s one complete decoding time step using attention.</a:t>
            </a:r>
            <a:endParaRPr lang="en-GB" sz="1200" b="1" noProof="0" dirty="0">
              <a:solidFill>
                <a:schemeClr val="tx1"/>
              </a:solidFill>
            </a:endParaRPr>
          </a:p>
        </p:txBody>
      </p:sp>
      <p:cxnSp>
        <p:nvCxnSpPr>
          <p:cNvPr id="213" name="Connecteur en arc 212">
            <a:extLst>
              <a:ext uri="{FF2B5EF4-FFF2-40B4-BE49-F238E27FC236}">
                <a16:creationId xmlns:a16="http://schemas.microsoft.com/office/drawing/2014/main" id="{0E7B4043-7D23-521F-850B-46320919DA33}"/>
              </a:ext>
            </a:extLst>
          </p:cNvPr>
          <p:cNvCxnSpPr>
            <a:cxnSpLocks/>
            <a:stCxn id="211" idx="1"/>
          </p:cNvCxnSpPr>
          <p:nvPr/>
        </p:nvCxnSpPr>
        <p:spPr>
          <a:xfrm rot="10800000">
            <a:off x="5060128" y="3154618"/>
            <a:ext cx="2245593" cy="159667"/>
          </a:xfrm>
          <a:prstGeom prst="curvedConnector3">
            <a:avLst>
              <a:gd name="adj1" fmla="val 50000"/>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5" name="ZoneTexte 214">
                <a:extLst>
                  <a:ext uri="{FF2B5EF4-FFF2-40B4-BE49-F238E27FC236}">
                    <a16:creationId xmlns:a16="http://schemas.microsoft.com/office/drawing/2014/main" id="{F5DFD519-2732-3948-B9C5-59B8D0062254}"/>
                  </a:ext>
                </a:extLst>
              </p:cNvPr>
              <p:cNvSpPr txBox="1"/>
              <p:nvPr/>
            </p:nvSpPr>
            <p:spPr>
              <a:xfrm>
                <a:off x="3726728" y="5447041"/>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215" name="ZoneTexte 214">
                <a:extLst>
                  <a:ext uri="{FF2B5EF4-FFF2-40B4-BE49-F238E27FC236}">
                    <a16:creationId xmlns:a16="http://schemas.microsoft.com/office/drawing/2014/main" id="{F5DFD519-2732-3948-B9C5-59B8D0062254}"/>
                  </a:ext>
                </a:extLst>
              </p:cNvPr>
              <p:cNvSpPr txBox="1">
                <a:spLocks noRot="1" noChangeAspect="1" noMove="1" noResize="1" noEditPoints="1" noAdjustHandles="1" noChangeArrowheads="1" noChangeShapeType="1" noTextEdit="1"/>
              </p:cNvSpPr>
              <p:nvPr/>
            </p:nvSpPr>
            <p:spPr>
              <a:xfrm>
                <a:off x="3726728" y="5447041"/>
                <a:ext cx="198644" cy="215444"/>
              </a:xfrm>
              <a:prstGeom prst="rect">
                <a:avLst/>
              </a:prstGeom>
              <a:blipFill>
                <a:blip r:embed="rId12"/>
                <a:stretch>
                  <a:fillRect l="-11765" r="-5882" b="-1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7F85E949-1979-53AB-0B03-9A1F332725D2}"/>
                  </a:ext>
                </a:extLst>
              </p:cNvPr>
              <p:cNvSpPr txBox="1"/>
              <p:nvPr/>
            </p:nvSpPr>
            <p:spPr>
              <a:xfrm>
                <a:off x="136145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3" name="ZoneTexte 2">
                <a:extLst>
                  <a:ext uri="{FF2B5EF4-FFF2-40B4-BE49-F238E27FC236}">
                    <a16:creationId xmlns:a16="http://schemas.microsoft.com/office/drawing/2014/main" id="{7F85E949-1979-53AB-0B03-9A1F332725D2}"/>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3"/>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2956531-C44D-B07A-9A0A-6C7373E6DF48}"/>
                  </a:ext>
                </a:extLst>
              </p:cNvPr>
              <p:cNvSpPr txBox="1"/>
              <p:nvPr/>
            </p:nvSpPr>
            <p:spPr>
              <a:xfrm>
                <a:off x="188587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1" name="ZoneTexte 10">
                <a:extLst>
                  <a:ext uri="{FF2B5EF4-FFF2-40B4-BE49-F238E27FC236}">
                    <a16:creationId xmlns:a16="http://schemas.microsoft.com/office/drawing/2014/main" id="{62956531-C44D-B07A-9A0A-6C7373E6DF48}"/>
                  </a:ext>
                </a:extLst>
              </p:cNvPr>
              <p:cNvSpPr txBox="1">
                <a:spLocks noRot="1" noChangeAspect="1" noMove="1" noResize="1" noEditPoints="1" noAdjustHandles="1" noChangeArrowheads="1" noChangeShapeType="1" noTextEdit="1"/>
              </p:cNvSpPr>
              <p:nvPr/>
            </p:nvSpPr>
            <p:spPr>
              <a:xfrm>
                <a:off x="1885875" y="3227046"/>
                <a:ext cx="524420" cy="123111"/>
              </a:xfrm>
              <a:prstGeom prst="rect">
                <a:avLst/>
              </a:prstGeom>
              <a:blipFill>
                <a:blip r:embed="rId14"/>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6B43918B-59F2-F83F-99D4-8A040E059B56}"/>
                  </a:ext>
                </a:extLst>
              </p:cNvPr>
              <p:cNvSpPr txBox="1"/>
              <p:nvPr/>
            </p:nvSpPr>
            <p:spPr>
              <a:xfrm>
                <a:off x="2449540"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2" name="ZoneTexte 11">
                <a:extLst>
                  <a:ext uri="{FF2B5EF4-FFF2-40B4-BE49-F238E27FC236}">
                    <a16:creationId xmlns:a16="http://schemas.microsoft.com/office/drawing/2014/main" id="{6B43918B-59F2-F83F-99D4-8A040E059B56}"/>
                  </a:ext>
                </a:extLst>
              </p:cNvPr>
              <p:cNvSpPr txBox="1">
                <a:spLocks noRot="1" noChangeAspect="1" noMove="1" noResize="1" noEditPoints="1" noAdjustHandles="1" noChangeArrowheads="1" noChangeShapeType="1" noTextEdit="1"/>
              </p:cNvSpPr>
              <p:nvPr/>
            </p:nvSpPr>
            <p:spPr>
              <a:xfrm>
                <a:off x="2449540" y="3227046"/>
                <a:ext cx="524420" cy="123111"/>
              </a:xfrm>
              <a:prstGeom prst="rect">
                <a:avLst/>
              </a:prstGeom>
              <a:blipFill>
                <a:blip r:embed="rId15"/>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2FABC6B0-3917-80FE-0B19-FBDBAB7557EC}"/>
                  </a:ext>
                </a:extLst>
              </p:cNvPr>
              <p:cNvSpPr txBox="1"/>
              <p:nvPr/>
            </p:nvSpPr>
            <p:spPr>
              <a:xfrm>
                <a:off x="2971677"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3" name="ZoneTexte 12">
                <a:extLst>
                  <a:ext uri="{FF2B5EF4-FFF2-40B4-BE49-F238E27FC236}">
                    <a16:creationId xmlns:a16="http://schemas.microsoft.com/office/drawing/2014/main" id="{2FABC6B0-3917-80FE-0B19-FBDBAB7557EC}"/>
                  </a:ext>
                </a:extLst>
              </p:cNvPr>
              <p:cNvSpPr txBox="1">
                <a:spLocks noRot="1" noChangeAspect="1" noMove="1" noResize="1" noEditPoints="1" noAdjustHandles="1" noChangeArrowheads="1" noChangeShapeType="1" noTextEdit="1"/>
              </p:cNvSpPr>
              <p:nvPr/>
            </p:nvSpPr>
            <p:spPr>
              <a:xfrm>
                <a:off x="2971677" y="3227046"/>
                <a:ext cx="524420" cy="123111"/>
              </a:xfrm>
              <a:prstGeom prst="rect">
                <a:avLst/>
              </a:prstGeom>
              <a:blipFill>
                <a:blip r:embed="rId16"/>
                <a:stretch>
                  <a:fillRect t="-9091" b="-36364"/>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F24AEB30-AFFA-1ED9-0231-FF79F7363163}"/>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2E5105F0-5DDC-1A48-A2FC-A3E104899DF5}"/>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EC5C4005-FA80-B94A-B220-852EAF65FDB2}"/>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D7691C7B-B82A-61CA-274E-238617131A08}"/>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3E9694DB-00FB-3A14-E1E6-BB7E97B14A41}"/>
              </a:ext>
            </a:extLst>
          </p:cNvPr>
          <p:cNvCxnSpPr>
            <a:cxnSpLocks/>
          </p:cNvCxnSpPr>
          <p:nvPr/>
        </p:nvCxnSpPr>
        <p:spPr>
          <a:xfrm flipV="1">
            <a:off x="1389447"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00195BB2-700A-DEEE-6B1E-2CB973E4D121}"/>
              </a:ext>
            </a:extLst>
          </p:cNvPr>
          <p:cNvCxnSpPr>
            <a:cxnSpLocks/>
          </p:cNvCxnSpPr>
          <p:nvPr/>
        </p:nvCxnSpPr>
        <p:spPr>
          <a:xfrm flipV="1">
            <a:off x="1907314"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03E35432-8CD6-578B-218C-79C3E5882C24}"/>
              </a:ext>
            </a:extLst>
          </p:cNvPr>
          <p:cNvCxnSpPr>
            <a:cxnSpLocks/>
          </p:cNvCxnSpPr>
          <p:nvPr/>
        </p:nvCxnSpPr>
        <p:spPr>
          <a:xfrm flipV="1">
            <a:off x="2485521" y="2638934"/>
            <a:ext cx="2606"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E81940DA-D385-468D-7F0B-D69C7DC34971}"/>
              </a:ext>
            </a:extLst>
          </p:cNvPr>
          <p:cNvCxnSpPr>
            <a:cxnSpLocks/>
          </p:cNvCxnSpPr>
          <p:nvPr/>
        </p:nvCxnSpPr>
        <p:spPr>
          <a:xfrm flipV="1">
            <a:off x="2991231" y="2638934"/>
            <a:ext cx="2943"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F659BFFC-F112-9E28-96C5-B8304E25FC27}"/>
                  </a:ext>
                </a:extLst>
              </p:cNvPr>
              <p:cNvSpPr txBox="1">
                <a:spLocks noChangeAspect="1"/>
              </p:cNvSpPr>
              <p:nvPr/>
            </p:nvSpPr>
            <p:spPr>
              <a:xfrm>
                <a:off x="1289384" y="2407416"/>
                <a:ext cx="280800" cy="1922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1,0</m:t>
                          </m:r>
                        </m:sub>
                      </m:sSub>
                    </m:oMath>
                  </m:oMathPara>
                </a14:m>
                <a:endParaRPr lang="en-GB" sz="1200" dirty="0"/>
              </a:p>
            </p:txBody>
          </p:sp>
        </mc:Choice>
        <mc:Fallback xmlns="">
          <p:sp>
            <p:nvSpPr>
              <p:cNvPr id="24" name="ZoneTexte 23">
                <a:extLst>
                  <a:ext uri="{FF2B5EF4-FFF2-40B4-BE49-F238E27FC236}">
                    <a16:creationId xmlns:a16="http://schemas.microsoft.com/office/drawing/2014/main" id="{F659BFFC-F112-9E28-96C5-B8304E25FC27}"/>
                  </a:ext>
                </a:extLst>
              </p:cNvPr>
              <p:cNvSpPr txBox="1">
                <a:spLocks noRot="1" noChangeAspect="1" noMove="1" noResize="1" noEditPoints="1" noAdjustHandles="1" noChangeArrowheads="1" noChangeShapeType="1" noTextEdit="1"/>
              </p:cNvSpPr>
              <p:nvPr/>
            </p:nvSpPr>
            <p:spPr>
              <a:xfrm>
                <a:off x="1289384" y="2407416"/>
                <a:ext cx="280800" cy="192227"/>
              </a:xfrm>
              <a:prstGeom prst="rect">
                <a:avLst/>
              </a:prstGeom>
              <a:blipFill>
                <a:blip r:embed="rId17"/>
                <a:stretch>
                  <a:fillRect l="-8696" r="-4348"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726FBE51-CDBE-3114-4D30-B297DA478C0C}"/>
                  </a:ext>
                </a:extLst>
              </p:cNvPr>
              <p:cNvSpPr txBox="1">
                <a:spLocks noChangeAspect="1"/>
              </p:cNvSpPr>
              <p:nvPr/>
            </p:nvSpPr>
            <p:spPr>
              <a:xfrm>
                <a:off x="1759720" y="2402388"/>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2,0</m:t>
                          </m:r>
                        </m:sub>
                      </m:sSub>
                    </m:oMath>
                  </m:oMathPara>
                </a14:m>
                <a:endParaRPr lang="en-GB" sz="1200" dirty="0"/>
              </a:p>
            </p:txBody>
          </p:sp>
        </mc:Choice>
        <mc:Fallback xmlns="">
          <p:sp>
            <p:nvSpPr>
              <p:cNvPr id="25" name="ZoneTexte 24">
                <a:extLst>
                  <a:ext uri="{FF2B5EF4-FFF2-40B4-BE49-F238E27FC236}">
                    <a16:creationId xmlns:a16="http://schemas.microsoft.com/office/drawing/2014/main" id="{726FBE51-CDBE-3114-4D30-B297DA478C0C}"/>
                  </a:ext>
                </a:extLst>
              </p:cNvPr>
              <p:cNvSpPr txBox="1">
                <a:spLocks noRot="1" noChangeAspect="1" noMove="1" noResize="1" noEditPoints="1" noAdjustHandles="1" noChangeArrowheads="1" noChangeShapeType="1" noTextEdit="1"/>
              </p:cNvSpPr>
              <p:nvPr/>
            </p:nvSpPr>
            <p:spPr>
              <a:xfrm>
                <a:off x="1759720" y="2402388"/>
                <a:ext cx="285335" cy="192873"/>
              </a:xfrm>
              <a:prstGeom prst="rect">
                <a:avLst/>
              </a:prstGeom>
              <a:blipFill>
                <a:blip r:embed="rId18"/>
                <a:stretch>
                  <a:fillRect l="-8696" r="-8696"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A19856E3-290D-B6EB-8D8F-57EF80941187}"/>
                  </a:ext>
                </a:extLst>
              </p:cNvPr>
              <p:cNvSpPr txBox="1">
                <a:spLocks noChangeAspect="1"/>
              </p:cNvSpPr>
              <p:nvPr/>
            </p:nvSpPr>
            <p:spPr>
              <a:xfrm>
                <a:off x="2300042" y="2427034"/>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3,0</m:t>
                          </m:r>
                        </m:sub>
                      </m:sSub>
                    </m:oMath>
                  </m:oMathPara>
                </a14:m>
                <a:endParaRPr lang="en-GB" sz="1200" dirty="0"/>
              </a:p>
            </p:txBody>
          </p:sp>
        </mc:Choice>
        <mc:Fallback xmlns="">
          <p:sp>
            <p:nvSpPr>
              <p:cNvPr id="26" name="ZoneTexte 25">
                <a:extLst>
                  <a:ext uri="{FF2B5EF4-FFF2-40B4-BE49-F238E27FC236}">
                    <a16:creationId xmlns:a16="http://schemas.microsoft.com/office/drawing/2014/main" id="{A19856E3-290D-B6EB-8D8F-57EF80941187}"/>
                  </a:ext>
                </a:extLst>
              </p:cNvPr>
              <p:cNvSpPr txBox="1">
                <a:spLocks noRot="1" noChangeAspect="1" noMove="1" noResize="1" noEditPoints="1" noAdjustHandles="1" noChangeArrowheads="1" noChangeShapeType="1" noTextEdit="1"/>
              </p:cNvSpPr>
              <p:nvPr/>
            </p:nvSpPr>
            <p:spPr>
              <a:xfrm>
                <a:off x="2300042" y="2427034"/>
                <a:ext cx="285335" cy="192873"/>
              </a:xfrm>
              <a:prstGeom prst="rect">
                <a:avLst/>
              </a:prstGeom>
              <a:blipFill>
                <a:blip r:embed="rId19"/>
                <a:stretch>
                  <a:fillRect l="-4167" r="-4167"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D4DEA447-D76E-6405-D789-66D80F4AA5D9}"/>
                  </a:ext>
                </a:extLst>
              </p:cNvPr>
              <p:cNvSpPr txBox="1">
                <a:spLocks noChangeAspect="1"/>
              </p:cNvSpPr>
              <p:nvPr/>
            </p:nvSpPr>
            <p:spPr>
              <a:xfrm>
                <a:off x="2840574" y="2430286"/>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4,0</m:t>
                          </m:r>
                        </m:sub>
                      </m:sSub>
                    </m:oMath>
                  </m:oMathPara>
                </a14:m>
                <a:endParaRPr lang="en-GB" sz="1200" dirty="0"/>
              </a:p>
            </p:txBody>
          </p:sp>
        </mc:Choice>
        <mc:Fallback xmlns="">
          <p:sp>
            <p:nvSpPr>
              <p:cNvPr id="27" name="ZoneTexte 26">
                <a:extLst>
                  <a:ext uri="{FF2B5EF4-FFF2-40B4-BE49-F238E27FC236}">
                    <a16:creationId xmlns:a16="http://schemas.microsoft.com/office/drawing/2014/main" id="{D4DEA447-D76E-6405-D789-66D80F4AA5D9}"/>
                  </a:ext>
                </a:extLst>
              </p:cNvPr>
              <p:cNvSpPr txBox="1">
                <a:spLocks noRot="1" noChangeAspect="1" noMove="1" noResize="1" noEditPoints="1" noAdjustHandles="1" noChangeArrowheads="1" noChangeShapeType="1" noTextEdit="1"/>
              </p:cNvSpPr>
              <p:nvPr/>
            </p:nvSpPr>
            <p:spPr>
              <a:xfrm>
                <a:off x="2840574" y="2430286"/>
                <a:ext cx="285335" cy="192873"/>
              </a:xfrm>
              <a:prstGeom prst="rect">
                <a:avLst/>
              </a:prstGeom>
              <a:blipFill>
                <a:blip r:embed="rId20"/>
                <a:stretch>
                  <a:fillRect l="-8333" r="-4167" b="-6250"/>
                </a:stretch>
              </a:blipFill>
            </p:spPr>
            <p:txBody>
              <a:bodyPr/>
              <a:lstStyle/>
              <a:p>
                <a:r>
                  <a:rPr lang="en-GB">
                    <a:noFill/>
                  </a:rPr>
                  <a:t> </a:t>
                </a:r>
              </a:p>
            </p:txBody>
          </p:sp>
        </mc:Fallback>
      </mc:AlternateContent>
      <p:sp>
        <p:nvSpPr>
          <p:cNvPr id="8" name="Accolade fermante 7">
            <a:extLst>
              <a:ext uri="{FF2B5EF4-FFF2-40B4-BE49-F238E27FC236}">
                <a16:creationId xmlns:a16="http://schemas.microsoft.com/office/drawing/2014/main" id="{2B86E68B-00E6-B85C-D11D-29738D57F730}"/>
              </a:ext>
            </a:extLst>
          </p:cNvPr>
          <p:cNvSpPr/>
          <p:nvPr/>
        </p:nvSpPr>
        <p:spPr>
          <a:xfrm>
            <a:off x="3654678" y="2364609"/>
            <a:ext cx="196125" cy="432405"/>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DDE74763-DABB-C91C-AE3F-8191147C605E}"/>
                  </a:ext>
                </a:extLst>
              </p:cNvPr>
              <p:cNvSpPr txBox="1"/>
              <p:nvPr/>
            </p:nvSpPr>
            <p:spPr>
              <a:xfrm>
                <a:off x="4025841" y="2418840"/>
                <a:ext cx="1257588"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9" name="ZoneTexte 8">
                <a:extLst>
                  <a:ext uri="{FF2B5EF4-FFF2-40B4-BE49-F238E27FC236}">
                    <a16:creationId xmlns:a16="http://schemas.microsoft.com/office/drawing/2014/main" id="{DDE74763-DABB-C91C-AE3F-8191147C605E}"/>
                  </a:ext>
                </a:extLst>
              </p:cNvPr>
              <p:cNvSpPr txBox="1">
                <a:spLocks noRot="1" noChangeAspect="1" noMove="1" noResize="1" noEditPoints="1" noAdjustHandles="1" noChangeArrowheads="1" noChangeShapeType="1" noTextEdit="1"/>
              </p:cNvSpPr>
              <p:nvPr/>
            </p:nvSpPr>
            <p:spPr>
              <a:xfrm>
                <a:off x="4025841" y="2418840"/>
                <a:ext cx="1257588" cy="299313"/>
              </a:xfrm>
              <a:prstGeom prst="rect">
                <a:avLst/>
              </a:prstGeom>
              <a:blipFill>
                <a:blip r:embed="rId21"/>
                <a:stretch>
                  <a:fillRect l="-1980" r="-990" b="-24000"/>
                </a:stretch>
              </a:blipFill>
            </p:spPr>
            <p:txBody>
              <a:bodyPr/>
              <a:lstStyle/>
              <a:p>
                <a:r>
                  <a:rPr lang="en-GB">
                    <a:noFill/>
                  </a:rPr>
                  <a:t> </a:t>
                </a:r>
              </a:p>
            </p:txBody>
          </p:sp>
        </mc:Fallback>
      </mc:AlternateContent>
      <p:cxnSp>
        <p:nvCxnSpPr>
          <p:cNvPr id="31" name="Connecteur en angle 30">
            <a:extLst>
              <a:ext uri="{FF2B5EF4-FFF2-40B4-BE49-F238E27FC236}">
                <a16:creationId xmlns:a16="http://schemas.microsoft.com/office/drawing/2014/main" id="{AC3CEA65-F839-9D89-BDF7-28E79F2307D0}"/>
              </a:ext>
            </a:extLst>
          </p:cNvPr>
          <p:cNvCxnSpPr>
            <a:cxnSpLocks/>
            <a:endCxn id="142" idx="1"/>
          </p:cNvCxnSpPr>
          <p:nvPr/>
        </p:nvCxnSpPr>
        <p:spPr>
          <a:xfrm rot="16200000" flipH="1">
            <a:off x="3055476" y="4214434"/>
            <a:ext cx="3064910" cy="230070"/>
          </a:xfrm>
          <a:prstGeom prst="bentConnector2">
            <a:avLst/>
          </a:prstGeom>
          <a:ln w="9525">
            <a:solidFill>
              <a:schemeClr val="accent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DBC66534-4B6E-BBEE-F168-FA799E74BD21}"/>
              </a:ext>
            </a:extLst>
          </p:cNvPr>
          <p:cNvCxnSpPr>
            <a:cxnSpLocks/>
          </p:cNvCxnSpPr>
          <p:nvPr/>
        </p:nvCxnSpPr>
        <p:spPr>
          <a:xfrm rot="60000" flipV="1">
            <a:off x="3115947" y="5458226"/>
            <a:ext cx="1620227" cy="10965"/>
          </a:xfrm>
          <a:prstGeom prst="straightConnector1">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5" name="ZoneTexte 34">
            <a:extLst>
              <a:ext uri="{FF2B5EF4-FFF2-40B4-BE49-F238E27FC236}">
                <a16:creationId xmlns:a16="http://schemas.microsoft.com/office/drawing/2014/main" id="{C286F333-698D-7555-14DD-525C1B4817A7}"/>
              </a:ext>
            </a:extLst>
          </p:cNvPr>
          <p:cNvSpPr txBox="1"/>
          <p:nvPr/>
        </p:nvSpPr>
        <p:spPr>
          <a:xfrm>
            <a:off x="3332877" y="6006429"/>
            <a:ext cx="1464368" cy="338554"/>
          </a:xfrm>
          <a:prstGeom prst="rect">
            <a:avLst/>
          </a:prstGeom>
          <a:noFill/>
          <a:ln>
            <a:noFill/>
          </a:ln>
        </p:spPr>
        <p:txBody>
          <a:bodyPr wrap="square" rtlCol="0">
            <a:spAutoFit/>
          </a:bodyPr>
          <a:lstStyle/>
          <a:p>
            <a:pPr algn="r"/>
            <a:r>
              <a:rPr lang="en-GB" sz="800" noProof="0">
                <a:solidFill>
                  <a:schemeClr val="accent2"/>
                </a:solidFill>
              </a:rPr>
              <a:t>Concat</a:t>
            </a:r>
            <a:r>
              <a:rPr lang="en-GB" sz="800" noProof="0" dirty="0">
                <a:solidFill>
                  <a:schemeClr val="accent2"/>
                </a:solidFill>
              </a:rPr>
              <a:t> context vector with embedding of input token.</a:t>
            </a:r>
          </a:p>
        </p:txBody>
      </p:sp>
      <p:cxnSp>
        <p:nvCxnSpPr>
          <p:cNvPr id="37" name="Connecteur en arc 36">
            <a:extLst>
              <a:ext uri="{FF2B5EF4-FFF2-40B4-BE49-F238E27FC236}">
                <a16:creationId xmlns:a16="http://schemas.microsoft.com/office/drawing/2014/main" id="{71914287-B816-DA9A-BF78-394CF2985CA5}"/>
              </a:ext>
            </a:extLst>
          </p:cNvPr>
          <p:cNvCxnSpPr>
            <a:cxnSpLocks/>
            <a:stCxn id="35" idx="3"/>
            <a:endCxn id="142" idx="2"/>
          </p:cNvCxnSpPr>
          <p:nvPr/>
        </p:nvCxnSpPr>
        <p:spPr>
          <a:xfrm flipV="1">
            <a:off x="4797245" y="5908090"/>
            <a:ext cx="77555" cy="267616"/>
          </a:xfrm>
          <a:prstGeom prst="curvedConnector2">
            <a:avLst/>
          </a:prstGeom>
          <a:ln>
            <a:solidFill>
              <a:schemeClr val="accent2">
                <a:alpha val="50000"/>
              </a:schemeClr>
            </a:solidFill>
            <a:tailEnd type="triangle"/>
          </a:ln>
        </p:spPr>
        <p:style>
          <a:lnRef idx="2">
            <a:schemeClr val="accent2"/>
          </a:lnRef>
          <a:fillRef idx="0">
            <a:schemeClr val="accent2"/>
          </a:fillRef>
          <a:effectRef idx="1">
            <a:schemeClr val="accent2"/>
          </a:effectRef>
          <a:fontRef idx="minor">
            <a:schemeClr val="tx1"/>
          </a:fontRef>
        </p:style>
      </p:cxnSp>
      <p:pic>
        <p:nvPicPr>
          <p:cNvPr id="57" name="Graphique 56" descr="Graphique à barres avec un remplissage uni">
            <a:extLst>
              <a:ext uri="{FF2B5EF4-FFF2-40B4-BE49-F238E27FC236}">
                <a16:creationId xmlns:a16="http://schemas.microsoft.com/office/drawing/2014/main" id="{36450FF6-7F5C-6BB0-0053-D94ADD54B20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740824" y="4013693"/>
            <a:ext cx="277826" cy="277826"/>
          </a:xfrm>
          <a:prstGeom prst="rect">
            <a:avLst/>
          </a:prstGeom>
        </p:spPr>
      </p:pic>
      <p:cxnSp>
        <p:nvCxnSpPr>
          <p:cNvPr id="59" name="Connecteur droit avec flèche 58">
            <a:extLst>
              <a:ext uri="{FF2B5EF4-FFF2-40B4-BE49-F238E27FC236}">
                <a16:creationId xmlns:a16="http://schemas.microsoft.com/office/drawing/2014/main" id="{265AAFB3-B9C1-B753-F711-F5B14AFB77DF}"/>
              </a:ext>
            </a:extLst>
          </p:cNvPr>
          <p:cNvCxnSpPr>
            <a:cxnSpLocks/>
          </p:cNvCxnSpPr>
          <p:nvPr/>
        </p:nvCxnSpPr>
        <p:spPr>
          <a:xfrm flipV="1">
            <a:off x="4868684" y="4315186"/>
            <a:ext cx="3615" cy="774658"/>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626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02534-B8DB-0EFF-2C18-A2006E4085A3}"/>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1FBF3EBB-3249-03D9-BD6A-EDF04566B61C}"/>
              </a:ext>
            </a:extLst>
          </p:cNvPr>
          <p:cNvSpPr/>
          <p:nvPr/>
        </p:nvSpPr>
        <p:spPr>
          <a:xfrm>
            <a:off x="1171065" y="2887078"/>
            <a:ext cx="2322426" cy="250683"/>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2" name="Titre 1">
            <a:extLst>
              <a:ext uri="{FF2B5EF4-FFF2-40B4-BE49-F238E27FC236}">
                <a16:creationId xmlns:a16="http://schemas.microsoft.com/office/drawing/2014/main" id="{E2622F9F-3D9F-D911-9346-159B6691CC7D}"/>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505E9C5A-A185-D050-FA1B-65B7ECAA6F3F}"/>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64E0E783-ED3D-2FBD-DFB4-6A6D9F6EA793}"/>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6FF390B4-094D-A609-A172-6FC44206462A}"/>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6FF390B4-094D-A609-A172-6FC44206462A}"/>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66192993-F0E1-0F30-AE8C-3C6DBAE75C58}"/>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0F1BBEE6-BCF6-3145-44CB-A7935D92D548}"/>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13E0312D-7C40-0F65-F356-9E9D5DC09B38}"/>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13E0312D-7C40-0F65-F356-9E9D5DC09B38}"/>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E1CA1EBF-42E5-BD16-677E-4B98A055DA09}"/>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799B29B6-9168-5693-36E7-D638D2310D20}"/>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15" name="Rectangle : coins arrondis 114">
            <a:extLst>
              <a:ext uri="{FF2B5EF4-FFF2-40B4-BE49-F238E27FC236}">
                <a16:creationId xmlns:a16="http://schemas.microsoft.com/office/drawing/2014/main" id="{ABD61A61-2DD2-7E1F-F830-46FB49CD9787}"/>
              </a:ext>
            </a:extLst>
          </p:cNvPr>
          <p:cNvSpPr/>
          <p:nvPr/>
        </p:nvSpPr>
        <p:spPr>
          <a:xfrm>
            <a:off x="4740824" y="5141448"/>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7" name="Connecteur droit avec flèche 116">
            <a:extLst>
              <a:ext uri="{FF2B5EF4-FFF2-40B4-BE49-F238E27FC236}">
                <a16:creationId xmlns:a16="http://schemas.microsoft.com/office/drawing/2014/main" id="{F641B61F-8D9D-4D29-9BB7-B949729ECE93}"/>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3E8E5E3F-29C0-9819-B953-514703C0B2E5}"/>
              </a:ext>
            </a:extLst>
          </p:cNvPr>
          <p:cNvCxnSpPr/>
          <p:nvPr/>
        </p:nvCxnSpPr>
        <p:spPr>
          <a:xfrm>
            <a:off x="3100219" y="5408024"/>
            <a:ext cx="1655999" cy="3629"/>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0" name="ZoneTexte 119">
                <a:extLst>
                  <a:ext uri="{FF2B5EF4-FFF2-40B4-BE49-F238E27FC236}">
                    <a16:creationId xmlns:a16="http://schemas.microsoft.com/office/drawing/2014/main" id="{E380C23F-F893-8C8D-4532-8E5BCBDA5AC9}"/>
                  </a:ext>
                </a:extLst>
              </p:cNvPr>
              <p:cNvSpPr txBox="1"/>
              <p:nvPr/>
            </p:nvSpPr>
            <p:spPr>
              <a:xfrm>
                <a:off x="4818366" y="3131313"/>
                <a:ext cx="129972"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𝑎𝑧</m:t>
                      </m:r>
                    </m:oMath>
                  </m:oMathPara>
                </a14:m>
                <a:endParaRPr lang="fr-FR" sz="800" b="0" dirty="0"/>
              </a:p>
            </p:txBody>
          </p:sp>
        </mc:Choice>
        <mc:Fallback xmlns="">
          <p:sp>
            <p:nvSpPr>
              <p:cNvPr id="120" name="ZoneTexte 119">
                <a:extLst>
                  <a:ext uri="{FF2B5EF4-FFF2-40B4-BE49-F238E27FC236}">
                    <a16:creationId xmlns:a16="http://schemas.microsoft.com/office/drawing/2014/main" id="{E380C23F-F893-8C8D-4532-8E5BCBDA5AC9}"/>
                  </a:ext>
                </a:extLst>
              </p:cNvPr>
              <p:cNvSpPr txBox="1">
                <a:spLocks noRot="1" noChangeAspect="1" noMove="1" noResize="1" noEditPoints="1" noAdjustHandles="1" noChangeArrowheads="1" noChangeShapeType="1" noTextEdit="1"/>
              </p:cNvSpPr>
              <p:nvPr/>
            </p:nvSpPr>
            <p:spPr>
              <a:xfrm>
                <a:off x="4818366" y="3131313"/>
                <a:ext cx="129972" cy="123111"/>
              </a:xfrm>
              <a:prstGeom prst="rect">
                <a:avLst/>
              </a:prstGeom>
              <a:blipFill>
                <a:blip r:embed="rId5"/>
                <a:stretch>
                  <a:fillRect l="-18182" r="-9091"/>
                </a:stretch>
              </a:blipFill>
            </p:spPr>
            <p:txBody>
              <a:bodyPr/>
              <a:lstStyle/>
              <a:p>
                <a:r>
                  <a:rPr lang="en-GB">
                    <a:noFill/>
                  </a:rPr>
                  <a:t> </a:t>
                </a:r>
              </a:p>
            </p:txBody>
          </p:sp>
        </mc:Fallback>
      </mc:AlternateContent>
      <p:sp>
        <p:nvSpPr>
          <p:cNvPr id="125" name="Rectangle : coins arrondis 124">
            <a:extLst>
              <a:ext uri="{FF2B5EF4-FFF2-40B4-BE49-F238E27FC236}">
                <a16:creationId xmlns:a16="http://schemas.microsoft.com/office/drawing/2014/main" id="{E3A259EE-0392-0E53-978F-01E2F5132A79}"/>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5249720E-ACF2-24A3-1BE7-837CFAFF2B72}"/>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3DD11AF3-9F03-015B-AF96-77E03926E522}"/>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B0917A10-6C46-783A-BFF7-CD0E5D0798EA}"/>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79974A0D-0918-B932-03CD-5A343FF31043}"/>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79974A0D-0918-B932-03CD-5A343FF31043}"/>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AED74F1C-11FC-09EC-9E25-8E5F641D088B}"/>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AED74F1C-11FC-09EC-9E25-8E5F641D088B}"/>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7"/>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90DB595D-2968-A6E9-FAF2-922F36F203E9}"/>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42" name="ZoneTexte 141">
            <a:extLst>
              <a:ext uri="{FF2B5EF4-FFF2-40B4-BE49-F238E27FC236}">
                <a16:creationId xmlns:a16="http://schemas.microsoft.com/office/drawing/2014/main" id="{8579C332-B867-3785-1D6D-CD8126F78E7C}"/>
              </a:ext>
            </a:extLst>
          </p:cNvPr>
          <p:cNvSpPr txBox="1"/>
          <p:nvPr/>
        </p:nvSpPr>
        <p:spPr>
          <a:xfrm>
            <a:off x="4702966" y="5815757"/>
            <a:ext cx="343667" cy="92333"/>
          </a:xfrm>
          <a:prstGeom prst="rect">
            <a:avLst/>
          </a:prstGeom>
          <a:noFill/>
        </p:spPr>
        <p:txBody>
          <a:bodyPr wrap="square" lIns="0" tIns="0" rIns="0" bIns="0" rtlCol="0" anchor="ctr">
            <a:spAutoFit/>
          </a:bodyPr>
          <a:lstStyle/>
          <a:p>
            <a:pPr algn="ctr"/>
            <a:r>
              <a:rPr lang="en-GB" sz="600" b="1" dirty="0"/>
              <a:t>&lt;start&gt;</a:t>
            </a:r>
          </a:p>
        </p:txBody>
      </p:sp>
      <p:cxnSp>
        <p:nvCxnSpPr>
          <p:cNvPr id="158" name="Connecteur droit avec flèche 157">
            <a:extLst>
              <a:ext uri="{FF2B5EF4-FFF2-40B4-BE49-F238E27FC236}">
                <a16:creationId xmlns:a16="http://schemas.microsoft.com/office/drawing/2014/main" id="{53C9716A-4F28-CC0C-4AAE-242C661DDC81}"/>
              </a:ext>
            </a:extLst>
          </p:cNvPr>
          <p:cNvCxnSpPr>
            <a:cxnSpLocks/>
            <a:stCxn id="57" idx="0"/>
            <a:endCxn id="120" idx="2"/>
          </p:cNvCxnSpPr>
          <p:nvPr/>
        </p:nvCxnSpPr>
        <p:spPr>
          <a:xfrm flipV="1">
            <a:off x="4879737" y="3254424"/>
            <a:ext cx="3615" cy="759269"/>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16D6B817-6504-D60D-A650-92FF68FBFBC1}"/>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D9D26849-B507-5EC3-58AB-D14BA2232A6B}"/>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2" name="Connecteur droit avec flèche 171">
            <a:extLst>
              <a:ext uri="{FF2B5EF4-FFF2-40B4-BE49-F238E27FC236}">
                <a16:creationId xmlns:a16="http://schemas.microsoft.com/office/drawing/2014/main" id="{2DE4B33D-AA68-60C2-EF69-FE1C7485B010}"/>
              </a:ext>
            </a:extLst>
          </p:cNvPr>
          <p:cNvCxnSpPr>
            <a:cxnSpLocks/>
          </p:cNvCxnSpPr>
          <p:nvPr/>
        </p:nvCxnSpPr>
        <p:spPr>
          <a:xfrm flipH="1" flipV="1">
            <a:off x="4867027" y="5602564"/>
            <a:ext cx="1657" cy="208466"/>
          </a:xfrm>
          <a:prstGeom prst="straightConnector1">
            <a:avLst/>
          </a:prstGeom>
          <a:noFill/>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752B948C-45FE-D45C-708F-7804301895F3}"/>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F35B8DD7-57D5-9914-1533-C461F1B420DB}"/>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5F5C192E-7136-4120-1DB2-82563596E3F7}"/>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720BB8D2-878D-6B48-AC47-A4195194D8FC}"/>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B3FB5B81-ECA2-6927-611F-A396A0061D1F}"/>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20709897-DB14-56E2-67F0-15DD22895529}"/>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69BA4121-7099-332E-C9A0-9A4207ACC26A}"/>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7EC38181-F3D6-7747-65CC-EF4A8EC6EB57}"/>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90C71586-B8B3-5198-3CB9-E14F7CFEF9C0}"/>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CF7899F4-32F4-0877-E6AF-80621074633B}"/>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29FB93FB-C333-26D0-E4CE-E13F8C3393D8}"/>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p:cxnSp>
        <p:nvCxnSpPr>
          <p:cNvPr id="195" name="Connecteur en angle 194">
            <a:extLst>
              <a:ext uri="{FF2B5EF4-FFF2-40B4-BE49-F238E27FC236}">
                <a16:creationId xmlns:a16="http://schemas.microsoft.com/office/drawing/2014/main" id="{C140B86F-643A-DDBF-902A-020799BAAAE3}"/>
              </a:ext>
            </a:extLst>
          </p:cNvPr>
          <p:cNvCxnSpPr>
            <a:cxnSpLocks/>
            <a:stCxn id="115" idx="3"/>
            <a:endCxn id="192" idx="3"/>
          </p:cNvCxnSpPr>
          <p:nvPr/>
        </p:nvCxnSpPr>
        <p:spPr>
          <a:xfrm flipH="1" flipV="1">
            <a:off x="3173981" y="4570070"/>
            <a:ext cx="1800811" cy="798186"/>
          </a:xfrm>
          <a:prstGeom prst="bentConnector3">
            <a:avLst>
              <a:gd name="adj1" fmla="val -12694"/>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7" name="Connecteur en angle 196">
            <a:extLst>
              <a:ext uri="{FF2B5EF4-FFF2-40B4-BE49-F238E27FC236}">
                <a16:creationId xmlns:a16="http://schemas.microsoft.com/office/drawing/2014/main" id="{7BADDF7E-9083-E9B8-B3F2-F5F2E2C547ED}"/>
              </a:ext>
            </a:extLst>
          </p:cNvPr>
          <p:cNvCxnSpPr>
            <a:cxnSpLocks/>
            <a:stCxn id="115" idx="3"/>
            <a:endCxn id="191" idx="3"/>
          </p:cNvCxnSpPr>
          <p:nvPr/>
        </p:nvCxnSpPr>
        <p:spPr>
          <a:xfrm flipH="1" flipV="1">
            <a:off x="2639620" y="4197753"/>
            <a:ext cx="2335172" cy="1170503"/>
          </a:xfrm>
          <a:prstGeom prst="bentConnector3">
            <a:avLst>
              <a:gd name="adj1" fmla="val -15880"/>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9" name="Connecteur en angle 198">
            <a:extLst>
              <a:ext uri="{FF2B5EF4-FFF2-40B4-BE49-F238E27FC236}">
                <a16:creationId xmlns:a16="http://schemas.microsoft.com/office/drawing/2014/main" id="{E88D938B-63E8-90F4-3B90-86C8F4607A88}"/>
              </a:ext>
            </a:extLst>
          </p:cNvPr>
          <p:cNvCxnSpPr>
            <a:cxnSpLocks/>
            <a:stCxn id="115" idx="3"/>
            <a:endCxn id="190" idx="3"/>
          </p:cNvCxnSpPr>
          <p:nvPr/>
        </p:nvCxnSpPr>
        <p:spPr>
          <a:xfrm flipH="1" flipV="1">
            <a:off x="2070529" y="3848578"/>
            <a:ext cx="2904263" cy="1519678"/>
          </a:xfrm>
          <a:prstGeom prst="bentConnector3">
            <a:avLst>
              <a:gd name="adj1" fmla="val -19415"/>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01" name="Connecteur en angle 200">
            <a:extLst>
              <a:ext uri="{FF2B5EF4-FFF2-40B4-BE49-F238E27FC236}">
                <a16:creationId xmlns:a16="http://schemas.microsoft.com/office/drawing/2014/main" id="{D2D8825B-1D4D-F618-DE44-9E2C226E7AD2}"/>
              </a:ext>
            </a:extLst>
          </p:cNvPr>
          <p:cNvCxnSpPr>
            <a:cxnSpLocks/>
            <a:stCxn id="115" idx="3"/>
            <a:endCxn id="178" idx="3"/>
          </p:cNvCxnSpPr>
          <p:nvPr/>
        </p:nvCxnSpPr>
        <p:spPr>
          <a:xfrm flipH="1" flipV="1">
            <a:off x="1548243" y="3613666"/>
            <a:ext cx="3426549" cy="1754590"/>
          </a:xfrm>
          <a:prstGeom prst="bentConnector3">
            <a:avLst>
              <a:gd name="adj1" fmla="val -24048"/>
            </a:avLst>
          </a:prstGeom>
          <a:ln w="1270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2D481465-0E24-D434-9D08-6C258ED9B39C}"/>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2D481465-0E24-D434-9D08-6C258ED9B39C}"/>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8"/>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58698741-58A5-E3C7-156E-52F7192F535E}"/>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58698741-58A5-E3C7-156E-52F7192F535E}"/>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CE6E1F5B-8F50-46EA-338C-DC8EA7F5F55C}"/>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CE6E1F5B-8F50-46EA-338C-DC8EA7F5F55C}"/>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5AA8FB6B-D0DC-7424-23D4-F87338E07925}"/>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5AA8FB6B-D0DC-7424-23D4-F87338E07925}"/>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1"/>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1" name="ZoneTexte 210">
                <a:extLst>
                  <a:ext uri="{FF2B5EF4-FFF2-40B4-BE49-F238E27FC236}">
                    <a16:creationId xmlns:a16="http://schemas.microsoft.com/office/drawing/2014/main" id="{9478BA85-63F0-57EE-894C-9CEC5EEA8BB0}"/>
                  </a:ext>
                </a:extLst>
              </p:cNvPr>
              <p:cNvSpPr txBox="1"/>
              <p:nvPr/>
            </p:nvSpPr>
            <p:spPr>
              <a:xfrm>
                <a:off x="6808068" y="2419512"/>
                <a:ext cx="4846328" cy="2677656"/>
              </a:xfrm>
              <a:prstGeom prst="rect">
                <a:avLst/>
              </a:prstGeom>
              <a:noFill/>
              <a:ln>
                <a:solidFill>
                  <a:schemeClr val="accent2"/>
                </a:solidFill>
              </a:ln>
            </p:spPr>
            <p:txBody>
              <a:bodyPr wrap="square" rtlCol="0">
                <a:spAutoFit/>
              </a:bodyPr>
              <a:lstStyle/>
              <a:p>
                <a:r>
                  <a:rPr lang="en-GB" sz="1200" noProof="0" dirty="0">
                    <a:solidFill>
                      <a:schemeClr val="tx1"/>
                    </a:solidFill>
                  </a:rPr>
                  <a:t>At the next decoding timestep, same thing.</a:t>
                </a:r>
              </a:p>
              <a:p>
                <a:r>
                  <a:rPr lang="en-GB" sz="1200" dirty="0">
                    <a:solidFill>
                      <a:schemeClr val="tx1"/>
                    </a:solidFill>
                  </a:rPr>
                  <a:t>The decoder</a:t>
                </a:r>
                <a:r>
                  <a:rPr lang="en-GB" sz="1200" noProof="0" dirty="0">
                    <a:solidFill>
                      <a:schemeClr val="tx1"/>
                    </a:solidFill>
                  </a:rPr>
                  <a:t> hidden state </a:t>
                </a:r>
                <a14:m>
                  <m:oMath xmlns:m="http://schemas.openxmlformats.org/officeDocument/2006/math">
                    <m:sSub>
                      <m:sSubPr>
                        <m:ctrlPr>
                          <a:rPr lang="fr-FR" sz="1200" i="1" smtClean="0">
                            <a:solidFill>
                              <a:schemeClr val="tx1"/>
                            </a:solidFill>
                            <a:latin typeface="Cambria Math" panose="02040503050406030204" pitchFamily="18" charset="0"/>
                          </a:rPr>
                        </m:ctrlPr>
                      </m:sSubPr>
                      <m:e>
                        <m:r>
                          <a:rPr lang="fr-FR" sz="1200" b="0" i="1" smtClean="0">
                            <a:solidFill>
                              <a:schemeClr val="tx1"/>
                            </a:solidFill>
                            <a:latin typeface="Cambria Math" panose="02040503050406030204" pitchFamily="18" charset="0"/>
                          </a:rPr>
                          <m:t>𝑠</m:t>
                        </m:r>
                      </m:e>
                      <m:sub>
                        <m:r>
                          <a:rPr lang="fr-FR" sz="1200" b="0" i="1" smtClean="0">
                            <a:solidFill>
                              <a:schemeClr val="tx1"/>
                            </a:solidFill>
                            <a:latin typeface="Cambria Math" panose="02040503050406030204" pitchFamily="18" charset="0"/>
                          </a:rPr>
                          <m:t>1</m:t>
                        </m:r>
                      </m:sub>
                    </m:sSub>
                  </m:oMath>
                </a14:m>
                <a:r>
                  <a:rPr lang="en-GB" sz="1200" dirty="0">
                    <a:solidFill>
                      <a:schemeClr val="tx1"/>
                    </a:solidFill>
                  </a:rPr>
                  <a:t> and each of the hidden states go through a scoring function. </a:t>
                </a:r>
              </a:p>
              <a:p>
                <a:r>
                  <a:rPr lang="en-GB" sz="1200" dirty="0">
                    <a:solidFill>
                      <a:schemeClr val="tx1"/>
                    </a:solidFill>
                  </a:rPr>
                  <a:t>This results in attention scores that go through a softmax to create attention weights.</a:t>
                </a:r>
              </a:p>
              <a:p>
                <a:r>
                  <a:rPr lang="en-GB" sz="1200" dirty="0">
                    <a:solidFill>
                      <a:schemeClr val="tx1"/>
                    </a:solidFill>
                  </a:rPr>
                  <a:t>These attention weights are used to calculate a context vector.</a:t>
                </a:r>
              </a:p>
              <a:p>
                <a:r>
                  <a:rPr lang="en-GB" sz="1200" dirty="0">
                    <a:solidFill>
                      <a:schemeClr val="tx1"/>
                    </a:solidFill>
                  </a:rPr>
                  <a:t>Then at the next decoder timestep the previous generated word serves as the input token and the context vector is concatenated with the embedding of the current input token.</a:t>
                </a:r>
              </a:p>
              <a:p>
                <a:r>
                  <a:rPr lang="en-GB" sz="1200" dirty="0">
                    <a:solidFill>
                      <a:schemeClr val="tx1"/>
                    </a:solidFill>
                  </a:rPr>
                  <a:t>That creates the decoder hidden state </a:t>
                </a:r>
                <a14:m>
                  <m:oMath xmlns:m="http://schemas.openxmlformats.org/officeDocument/2006/math">
                    <m:sSub>
                      <m:sSubPr>
                        <m:ctrlPr>
                          <a:rPr lang="fr-FR" sz="1200" b="0" i="1" smtClean="0">
                            <a:solidFill>
                              <a:schemeClr val="tx1"/>
                            </a:solidFill>
                            <a:latin typeface="Cambria Math" panose="02040503050406030204" pitchFamily="18" charset="0"/>
                          </a:rPr>
                        </m:ctrlPr>
                      </m:sSubPr>
                      <m:e>
                        <m:r>
                          <a:rPr lang="fr-FR" sz="1200" b="0" i="1" smtClean="0">
                            <a:solidFill>
                              <a:schemeClr val="tx1"/>
                            </a:solidFill>
                            <a:latin typeface="Cambria Math" panose="02040503050406030204" pitchFamily="18" charset="0"/>
                          </a:rPr>
                          <m:t>𝑠</m:t>
                        </m:r>
                      </m:e>
                      <m:sub>
                        <m:r>
                          <a:rPr lang="fr-FR" sz="1200" b="0" i="1" smtClean="0">
                            <a:solidFill>
                              <a:schemeClr val="tx1"/>
                            </a:solidFill>
                            <a:latin typeface="Cambria Math" panose="02040503050406030204" pitchFamily="18" charset="0"/>
                          </a:rPr>
                          <m:t>2</m:t>
                        </m:r>
                      </m:sub>
                    </m:sSub>
                  </m:oMath>
                </a14:m>
                <a:r>
                  <a:rPr lang="en-GB" sz="1200" dirty="0">
                    <a:solidFill>
                      <a:schemeClr val="tx1"/>
                    </a:solidFill>
                  </a:rPr>
                  <a:t>which goes into a softmax and perhaps the most probable word at this timestep is “</a:t>
                </a:r>
                <a:r>
                  <a:rPr lang="fr-FR" sz="1200" dirty="0">
                    <a:solidFill>
                      <a:schemeClr val="tx1"/>
                    </a:solidFill>
                  </a:rPr>
                  <a:t> </a:t>
                </a:r>
                <a14:m>
                  <m:oMath xmlns:m="http://schemas.openxmlformats.org/officeDocument/2006/math">
                    <m:r>
                      <m:rPr>
                        <m:sty m:val="p"/>
                      </m:rPr>
                      <a:rPr lang="fr-FR" sz="1200" b="0" i="0" smtClean="0">
                        <a:solidFill>
                          <a:schemeClr val="tx1"/>
                        </a:solidFill>
                        <a:latin typeface="Cambria Math" panose="02040503050406030204" pitchFamily="18" charset="0"/>
                      </a:rPr>
                      <m:t>akkumul</m:t>
                    </m:r>
                    <m:r>
                      <a:rPr lang="fr-FR" sz="1200" b="0" i="1" smtClean="0">
                        <a:solidFill>
                          <a:schemeClr val="tx1"/>
                        </a:solidFill>
                        <a:latin typeface="Cambria Math" panose="02040503050406030204" pitchFamily="18" charset="0"/>
                      </a:rPr>
                      <m:t>à</m:t>
                    </m:r>
                    <m:r>
                      <a:rPr lang="fr-FR" sz="1200" b="0" i="1" smtClean="0">
                        <a:solidFill>
                          <a:schemeClr val="tx1"/>
                        </a:solidFill>
                        <a:latin typeface="Cambria Math" panose="02040503050406030204" pitchFamily="18" charset="0"/>
                      </a:rPr>
                      <m:t>𝑡𝑜𝑟</m:t>
                    </m:r>
                  </m:oMath>
                </a14:m>
                <a:r>
                  <a:rPr lang="en-GB" sz="1200" dirty="0">
                    <a:solidFill>
                      <a:schemeClr val="tx1"/>
                    </a:solidFill>
                  </a:rPr>
                  <a:t>”.</a:t>
                </a:r>
              </a:p>
              <a:p>
                <a:r>
                  <a:rPr lang="en-GB" sz="1200" dirty="0">
                    <a:solidFill>
                      <a:schemeClr val="tx1"/>
                    </a:solidFill>
                  </a:rPr>
                  <a:t>That’s the second decoder timestep.</a:t>
                </a:r>
              </a:p>
              <a:p>
                <a:r>
                  <a:rPr lang="en-GB" sz="1200" dirty="0"/>
                  <a:t>A</a:t>
                </a:r>
                <a:r>
                  <a:rPr lang="en-GB" sz="1200" dirty="0">
                    <a:solidFill>
                      <a:schemeClr val="tx1"/>
                    </a:solidFill>
                  </a:rPr>
                  <a:t>nd it keeps going from ther</a:t>
                </a:r>
                <a:r>
                  <a:rPr lang="en-GB" sz="1200" dirty="0"/>
                  <a:t>e until the end token is generated.</a:t>
                </a:r>
                <a:endParaRPr lang="en-GB" sz="1200" dirty="0">
                  <a:solidFill>
                    <a:schemeClr val="tx1"/>
                  </a:solidFill>
                </a:endParaRPr>
              </a:p>
              <a:p>
                <a:endParaRPr lang="en-GB" sz="1200" noProof="0" dirty="0">
                  <a:solidFill>
                    <a:schemeClr val="tx1"/>
                  </a:solidFill>
                </a:endParaRPr>
              </a:p>
            </p:txBody>
          </p:sp>
        </mc:Choice>
        <mc:Fallback xmlns="">
          <p:sp>
            <p:nvSpPr>
              <p:cNvPr id="211" name="ZoneTexte 210">
                <a:extLst>
                  <a:ext uri="{FF2B5EF4-FFF2-40B4-BE49-F238E27FC236}">
                    <a16:creationId xmlns:a16="http://schemas.microsoft.com/office/drawing/2014/main" id="{9478BA85-63F0-57EE-894C-9CEC5EEA8BB0}"/>
                  </a:ext>
                </a:extLst>
              </p:cNvPr>
              <p:cNvSpPr txBox="1">
                <a:spLocks noRot="1" noChangeAspect="1" noMove="1" noResize="1" noEditPoints="1" noAdjustHandles="1" noChangeArrowheads="1" noChangeShapeType="1" noTextEdit="1"/>
              </p:cNvSpPr>
              <p:nvPr/>
            </p:nvSpPr>
            <p:spPr>
              <a:xfrm>
                <a:off x="6808068" y="2419512"/>
                <a:ext cx="4846328" cy="2677656"/>
              </a:xfrm>
              <a:prstGeom prst="rect">
                <a:avLst/>
              </a:prstGeom>
              <a:blipFill>
                <a:blip r:embed="rId12"/>
                <a:stretch>
                  <a:fillRect r="-260"/>
                </a:stretch>
              </a:blipFill>
              <a:ln>
                <a:solidFill>
                  <a:schemeClr val="accent2"/>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5" name="ZoneTexte 214">
                <a:extLst>
                  <a:ext uri="{FF2B5EF4-FFF2-40B4-BE49-F238E27FC236}">
                    <a16:creationId xmlns:a16="http://schemas.microsoft.com/office/drawing/2014/main" id="{A6F52F15-DDBC-2B98-3C5E-325DD6E33C2F}"/>
                  </a:ext>
                </a:extLst>
              </p:cNvPr>
              <p:cNvSpPr txBox="1"/>
              <p:nvPr/>
            </p:nvSpPr>
            <p:spPr>
              <a:xfrm>
                <a:off x="3726728" y="5447041"/>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215" name="ZoneTexte 214">
                <a:extLst>
                  <a:ext uri="{FF2B5EF4-FFF2-40B4-BE49-F238E27FC236}">
                    <a16:creationId xmlns:a16="http://schemas.microsoft.com/office/drawing/2014/main" id="{A6F52F15-DDBC-2B98-3C5E-325DD6E33C2F}"/>
                  </a:ext>
                </a:extLst>
              </p:cNvPr>
              <p:cNvSpPr txBox="1">
                <a:spLocks noRot="1" noChangeAspect="1" noMove="1" noResize="1" noEditPoints="1" noAdjustHandles="1" noChangeArrowheads="1" noChangeShapeType="1" noTextEdit="1"/>
              </p:cNvSpPr>
              <p:nvPr/>
            </p:nvSpPr>
            <p:spPr>
              <a:xfrm>
                <a:off x="3726728" y="5447041"/>
                <a:ext cx="198644" cy="215444"/>
              </a:xfrm>
              <a:prstGeom prst="rect">
                <a:avLst/>
              </a:prstGeom>
              <a:blipFill>
                <a:blip r:embed="rId13"/>
                <a:stretch>
                  <a:fillRect l="-11765" r="-5882" b="-1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C0732B29-D310-6498-6CAC-28C4B247E6CB}"/>
                  </a:ext>
                </a:extLst>
              </p:cNvPr>
              <p:cNvSpPr txBox="1"/>
              <p:nvPr/>
            </p:nvSpPr>
            <p:spPr>
              <a:xfrm>
                <a:off x="136145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3" name="ZoneTexte 2">
                <a:extLst>
                  <a:ext uri="{FF2B5EF4-FFF2-40B4-BE49-F238E27FC236}">
                    <a16:creationId xmlns:a16="http://schemas.microsoft.com/office/drawing/2014/main" id="{C0732B29-D310-6498-6CAC-28C4B247E6CB}"/>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4"/>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816DF41-C7D0-F61E-A31E-10F7B9148FD2}"/>
                  </a:ext>
                </a:extLst>
              </p:cNvPr>
              <p:cNvSpPr txBox="1"/>
              <p:nvPr/>
            </p:nvSpPr>
            <p:spPr>
              <a:xfrm>
                <a:off x="188587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1" name="ZoneTexte 10">
                <a:extLst>
                  <a:ext uri="{FF2B5EF4-FFF2-40B4-BE49-F238E27FC236}">
                    <a16:creationId xmlns:a16="http://schemas.microsoft.com/office/drawing/2014/main" id="{1816DF41-C7D0-F61E-A31E-10F7B9148FD2}"/>
                  </a:ext>
                </a:extLst>
              </p:cNvPr>
              <p:cNvSpPr txBox="1">
                <a:spLocks noRot="1" noChangeAspect="1" noMove="1" noResize="1" noEditPoints="1" noAdjustHandles="1" noChangeArrowheads="1" noChangeShapeType="1" noTextEdit="1"/>
              </p:cNvSpPr>
              <p:nvPr/>
            </p:nvSpPr>
            <p:spPr>
              <a:xfrm>
                <a:off x="1885875" y="3227046"/>
                <a:ext cx="524420" cy="123111"/>
              </a:xfrm>
              <a:prstGeom prst="rect">
                <a:avLst/>
              </a:prstGeom>
              <a:blipFill>
                <a:blip r:embed="rId15"/>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7D3E1FE6-5C69-D201-0A6C-A8AF27884CD2}"/>
                  </a:ext>
                </a:extLst>
              </p:cNvPr>
              <p:cNvSpPr txBox="1"/>
              <p:nvPr/>
            </p:nvSpPr>
            <p:spPr>
              <a:xfrm>
                <a:off x="2449540"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2" name="ZoneTexte 11">
                <a:extLst>
                  <a:ext uri="{FF2B5EF4-FFF2-40B4-BE49-F238E27FC236}">
                    <a16:creationId xmlns:a16="http://schemas.microsoft.com/office/drawing/2014/main" id="{7D3E1FE6-5C69-D201-0A6C-A8AF27884CD2}"/>
                  </a:ext>
                </a:extLst>
              </p:cNvPr>
              <p:cNvSpPr txBox="1">
                <a:spLocks noRot="1" noChangeAspect="1" noMove="1" noResize="1" noEditPoints="1" noAdjustHandles="1" noChangeArrowheads="1" noChangeShapeType="1" noTextEdit="1"/>
              </p:cNvSpPr>
              <p:nvPr/>
            </p:nvSpPr>
            <p:spPr>
              <a:xfrm>
                <a:off x="2449540" y="3227046"/>
                <a:ext cx="524420" cy="123111"/>
              </a:xfrm>
              <a:prstGeom prst="rect">
                <a:avLst/>
              </a:prstGeom>
              <a:blipFill>
                <a:blip r:embed="rId16"/>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49358D1A-DA1D-5484-6F14-E4B936B16220}"/>
                  </a:ext>
                </a:extLst>
              </p:cNvPr>
              <p:cNvSpPr txBox="1"/>
              <p:nvPr/>
            </p:nvSpPr>
            <p:spPr>
              <a:xfrm>
                <a:off x="2971677"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3" name="ZoneTexte 12">
                <a:extLst>
                  <a:ext uri="{FF2B5EF4-FFF2-40B4-BE49-F238E27FC236}">
                    <a16:creationId xmlns:a16="http://schemas.microsoft.com/office/drawing/2014/main" id="{49358D1A-DA1D-5484-6F14-E4B936B16220}"/>
                  </a:ext>
                </a:extLst>
              </p:cNvPr>
              <p:cNvSpPr txBox="1">
                <a:spLocks noRot="1" noChangeAspect="1" noMove="1" noResize="1" noEditPoints="1" noAdjustHandles="1" noChangeArrowheads="1" noChangeShapeType="1" noTextEdit="1"/>
              </p:cNvSpPr>
              <p:nvPr/>
            </p:nvSpPr>
            <p:spPr>
              <a:xfrm>
                <a:off x="2971677" y="3227046"/>
                <a:ext cx="524420" cy="123111"/>
              </a:xfrm>
              <a:prstGeom prst="rect">
                <a:avLst/>
              </a:prstGeom>
              <a:blipFill>
                <a:blip r:embed="rId17"/>
                <a:stretch>
                  <a:fillRect t="-9091" b="-36364"/>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FA651F0B-08E9-78A9-4A39-28F3439AB164}"/>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86A66D83-74C9-803A-E371-AE43646350D6}"/>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82FE01D2-0579-CEB7-30C1-5A483B6194AE}"/>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3468FF78-2C3F-3ACB-FD81-A0D0ED7ABBAB}"/>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1BEEA9F5-8FE6-A8C3-242D-DE6A01F13EEB}"/>
              </a:ext>
            </a:extLst>
          </p:cNvPr>
          <p:cNvCxnSpPr>
            <a:cxnSpLocks/>
          </p:cNvCxnSpPr>
          <p:nvPr/>
        </p:nvCxnSpPr>
        <p:spPr>
          <a:xfrm flipV="1">
            <a:off x="1389447"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44322C1D-81E0-8CB8-36E5-1F8569BB7381}"/>
              </a:ext>
            </a:extLst>
          </p:cNvPr>
          <p:cNvCxnSpPr>
            <a:cxnSpLocks/>
          </p:cNvCxnSpPr>
          <p:nvPr/>
        </p:nvCxnSpPr>
        <p:spPr>
          <a:xfrm flipV="1">
            <a:off x="1907314"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38B84D99-F90E-57B4-4D27-C13EAFAC0FF7}"/>
              </a:ext>
            </a:extLst>
          </p:cNvPr>
          <p:cNvCxnSpPr>
            <a:cxnSpLocks/>
          </p:cNvCxnSpPr>
          <p:nvPr/>
        </p:nvCxnSpPr>
        <p:spPr>
          <a:xfrm flipV="1">
            <a:off x="2485521" y="2638934"/>
            <a:ext cx="2606"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21DC9019-97ED-496D-AC25-6DBF7471185C}"/>
              </a:ext>
            </a:extLst>
          </p:cNvPr>
          <p:cNvCxnSpPr>
            <a:cxnSpLocks/>
          </p:cNvCxnSpPr>
          <p:nvPr/>
        </p:nvCxnSpPr>
        <p:spPr>
          <a:xfrm flipV="1">
            <a:off x="2991231" y="2638934"/>
            <a:ext cx="2943"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653C6B06-7AE9-FBB2-13E9-68F9580D38D3}"/>
                  </a:ext>
                </a:extLst>
              </p:cNvPr>
              <p:cNvSpPr txBox="1">
                <a:spLocks noChangeAspect="1"/>
              </p:cNvSpPr>
              <p:nvPr/>
            </p:nvSpPr>
            <p:spPr>
              <a:xfrm>
                <a:off x="1289384" y="2407416"/>
                <a:ext cx="281744"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1,1</m:t>
                          </m:r>
                        </m:sub>
                      </m:sSub>
                    </m:oMath>
                  </m:oMathPara>
                </a14:m>
                <a:endParaRPr lang="en-GB" sz="1200" dirty="0"/>
              </a:p>
            </p:txBody>
          </p:sp>
        </mc:Choice>
        <mc:Fallback xmlns="">
          <p:sp>
            <p:nvSpPr>
              <p:cNvPr id="24" name="ZoneTexte 23">
                <a:extLst>
                  <a:ext uri="{FF2B5EF4-FFF2-40B4-BE49-F238E27FC236}">
                    <a16:creationId xmlns:a16="http://schemas.microsoft.com/office/drawing/2014/main" id="{653C6B06-7AE9-FBB2-13E9-68F9580D38D3}"/>
                  </a:ext>
                </a:extLst>
              </p:cNvPr>
              <p:cNvSpPr txBox="1">
                <a:spLocks noRot="1" noChangeAspect="1" noMove="1" noResize="1" noEditPoints="1" noAdjustHandles="1" noChangeArrowheads="1" noChangeShapeType="1" noTextEdit="1"/>
              </p:cNvSpPr>
              <p:nvPr/>
            </p:nvSpPr>
            <p:spPr>
              <a:xfrm>
                <a:off x="1289384" y="2407416"/>
                <a:ext cx="281744" cy="192873"/>
              </a:xfrm>
              <a:prstGeom prst="rect">
                <a:avLst/>
              </a:prstGeom>
              <a:blipFill>
                <a:blip r:embed="rId18"/>
                <a:stretch>
                  <a:fillRect l="-8696" r="-8696"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1A6F6652-5110-4B8C-6EEA-5EB373F28505}"/>
                  </a:ext>
                </a:extLst>
              </p:cNvPr>
              <p:cNvSpPr txBox="1">
                <a:spLocks noChangeAspect="1"/>
              </p:cNvSpPr>
              <p:nvPr/>
            </p:nvSpPr>
            <p:spPr>
              <a:xfrm>
                <a:off x="1759720" y="2402388"/>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2,1</m:t>
                          </m:r>
                        </m:sub>
                      </m:sSub>
                    </m:oMath>
                  </m:oMathPara>
                </a14:m>
                <a:endParaRPr lang="en-GB" sz="1200" dirty="0"/>
              </a:p>
            </p:txBody>
          </p:sp>
        </mc:Choice>
        <mc:Fallback xmlns="">
          <p:sp>
            <p:nvSpPr>
              <p:cNvPr id="25" name="ZoneTexte 24">
                <a:extLst>
                  <a:ext uri="{FF2B5EF4-FFF2-40B4-BE49-F238E27FC236}">
                    <a16:creationId xmlns:a16="http://schemas.microsoft.com/office/drawing/2014/main" id="{1A6F6652-5110-4B8C-6EEA-5EB373F28505}"/>
                  </a:ext>
                </a:extLst>
              </p:cNvPr>
              <p:cNvSpPr txBox="1">
                <a:spLocks noRot="1" noChangeAspect="1" noMove="1" noResize="1" noEditPoints="1" noAdjustHandles="1" noChangeArrowheads="1" noChangeShapeType="1" noTextEdit="1"/>
              </p:cNvSpPr>
              <p:nvPr/>
            </p:nvSpPr>
            <p:spPr>
              <a:xfrm>
                <a:off x="1759720" y="2402388"/>
                <a:ext cx="285335" cy="192873"/>
              </a:xfrm>
              <a:prstGeom prst="rect">
                <a:avLst/>
              </a:prstGeom>
              <a:blipFill>
                <a:blip r:embed="rId19"/>
                <a:stretch>
                  <a:fillRect l="-8696" r="-8696"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C6ED14EA-8E04-693F-2CB8-FBF56A93E13A}"/>
                  </a:ext>
                </a:extLst>
              </p:cNvPr>
              <p:cNvSpPr txBox="1">
                <a:spLocks noChangeAspect="1"/>
              </p:cNvSpPr>
              <p:nvPr/>
            </p:nvSpPr>
            <p:spPr>
              <a:xfrm>
                <a:off x="2300042" y="2427034"/>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3,1</m:t>
                          </m:r>
                        </m:sub>
                      </m:sSub>
                    </m:oMath>
                  </m:oMathPara>
                </a14:m>
                <a:endParaRPr lang="en-GB" sz="1200" dirty="0"/>
              </a:p>
            </p:txBody>
          </p:sp>
        </mc:Choice>
        <mc:Fallback xmlns="">
          <p:sp>
            <p:nvSpPr>
              <p:cNvPr id="26" name="ZoneTexte 25">
                <a:extLst>
                  <a:ext uri="{FF2B5EF4-FFF2-40B4-BE49-F238E27FC236}">
                    <a16:creationId xmlns:a16="http://schemas.microsoft.com/office/drawing/2014/main" id="{C6ED14EA-8E04-693F-2CB8-FBF56A93E13A}"/>
                  </a:ext>
                </a:extLst>
              </p:cNvPr>
              <p:cNvSpPr txBox="1">
                <a:spLocks noRot="1" noChangeAspect="1" noMove="1" noResize="1" noEditPoints="1" noAdjustHandles="1" noChangeArrowheads="1" noChangeShapeType="1" noTextEdit="1"/>
              </p:cNvSpPr>
              <p:nvPr/>
            </p:nvSpPr>
            <p:spPr>
              <a:xfrm>
                <a:off x="2300042" y="2427034"/>
                <a:ext cx="285335" cy="192873"/>
              </a:xfrm>
              <a:prstGeom prst="rect">
                <a:avLst/>
              </a:prstGeom>
              <a:blipFill>
                <a:blip r:embed="rId20"/>
                <a:stretch>
                  <a:fillRect l="-4167" r="-4167"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CDBF57F1-67F4-2ACF-96A1-091181E1ED7F}"/>
                  </a:ext>
                </a:extLst>
              </p:cNvPr>
              <p:cNvSpPr txBox="1">
                <a:spLocks noChangeAspect="1"/>
              </p:cNvSpPr>
              <p:nvPr/>
            </p:nvSpPr>
            <p:spPr>
              <a:xfrm>
                <a:off x="2840574" y="2430286"/>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4,1</m:t>
                          </m:r>
                        </m:sub>
                      </m:sSub>
                    </m:oMath>
                  </m:oMathPara>
                </a14:m>
                <a:endParaRPr lang="en-GB" sz="1200" dirty="0"/>
              </a:p>
            </p:txBody>
          </p:sp>
        </mc:Choice>
        <mc:Fallback xmlns="">
          <p:sp>
            <p:nvSpPr>
              <p:cNvPr id="27" name="ZoneTexte 26">
                <a:extLst>
                  <a:ext uri="{FF2B5EF4-FFF2-40B4-BE49-F238E27FC236}">
                    <a16:creationId xmlns:a16="http://schemas.microsoft.com/office/drawing/2014/main" id="{CDBF57F1-67F4-2ACF-96A1-091181E1ED7F}"/>
                  </a:ext>
                </a:extLst>
              </p:cNvPr>
              <p:cNvSpPr txBox="1">
                <a:spLocks noRot="1" noChangeAspect="1" noMove="1" noResize="1" noEditPoints="1" noAdjustHandles="1" noChangeArrowheads="1" noChangeShapeType="1" noTextEdit="1"/>
              </p:cNvSpPr>
              <p:nvPr/>
            </p:nvSpPr>
            <p:spPr>
              <a:xfrm>
                <a:off x="2840574" y="2430286"/>
                <a:ext cx="285335" cy="192873"/>
              </a:xfrm>
              <a:prstGeom prst="rect">
                <a:avLst/>
              </a:prstGeom>
              <a:blipFill>
                <a:blip r:embed="rId21"/>
                <a:stretch>
                  <a:fillRect l="-8333" r="-4167" b="-6250"/>
                </a:stretch>
              </a:blipFill>
            </p:spPr>
            <p:txBody>
              <a:bodyPr/>
              <a:lstStyle/>
              <a:p>
                <a:r>
                  <a:rPr lang="en-GB">
                    <a:noFill/>
                  </a:rPr>
                  <a:t> </a:t>
                </a:r>
              </a:p>
            </p:txBody>
          </p:sp>
        </mc:Fallback>
      </mc:AlternateContent>
      <p:sp>
        <p:nvSpPr>
          <p:cNvPr id="8" name="Accolade fermante 7">
            <a:extLst>
              <a:ext uri="{FF2B5EF4-FFF2-40B4-BE49-F238E27FC236}">
                <a16:creationId xmlns:a16="http://schemas.microsoft.com/office/drawing/2014/main" id="{BDD86C5A-47CD-9D5A-9AC6-D85ECA438C13}"/>
              </a:ext>
            </a:extLst>
          </p:cNvPr>
          <p:cNvSpPr/>
          <p:nvPr/>
        </p:nvSpPr>
        <p:spPr>
          <a:xfrm>
            <a:off x="3654678" y="2364609"/>
            <a:ext cx="196125" cy="432405"/>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48B5D2C1-062D-0055-02D9-49B117C437EC}"/>
                  </a:ext>
                </a:extLst>
              </p:cNvPr>
              <p:cNvSpPr txBox="1"/>
              <p:nvPr/>
            </p:nvSpPr>
            <p:spPr>
              <a:xfrm>
                <a:off x="4025841" y="2388360"/>
                <a:ext cx="1257588"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9" name="ZoneTexte 8">
                <a:extLst>
                  <a:ext uri="{FF2B5EF4-FFF2-40B4-BE49-F238E27FC236}">
                    <a16:creationId xmlns:a16="http://schemas.microsoft.com/office/drawing/2014/main" id="{48B5D2C1-062D-0055-02D9-49B117C437EC}"/>
                  </a:ext>
                </a:extLst>
              </p:cNvPr>
              <p:cNvSpPr txBox="1">
                <a:spLocks noRot="1" noChangeAspect="1" noMove="1" noResize="1" noEditPoints="1" noAdjustHandles="1" noChangeArrowheads="1" noChangeShapeType="1" noTextEdit="1"/>
              </p:cNvSpPr>
              <p:nvPr/>
            </p:nvSpPr>
            <p:spPr>
              <a:xfrm>
                <a:off x="4025841" y="2388360"/>
                <a:ext cx="1257588" cy="299313"/>
              </a:xfrm>
              <a:prstGeom prst="rect">
                <a:avLst/>
              </a:prstGeom>
              <a:blipFill>
                <a:blip r:embed="rId22"/>
                <a:stretch>
                  <a:fillRect l="-1980" r="-990" b="-25000"/>
                </a:stretch>
              </a:blipFill>
            </p:spPr>
            <p:txBody>
              <a:bodyPr/>
              <a:lstStyle/>
              <a:p>
                <a:r>
                  <a:rPr lang="en-GB">
                    <a:noFill/>
                  </a:rPr>
                  <a:t> </a:t>
                </a:r>
              </a:p>
            </p:txBody>
          </p:sp>
        </mc:Fallback>
      </mc:AlternateContent>
      <p:cxnSp>
        <p:nvCxnSpPr>
          <p:cNvPr id="31" name="Connecteur en angle 30">
            <a:extLst>
              <a:ext uri="{FF2B5EF4-FFF2-40B4-BE49-F238E27FC236}">
                <a16:creationId xmlns:a16="http://schemas.microsoft.com/office/drawing/2014/main" id="{872CC5C1-75B8-5632-360B-42A2BBCCAE64}"/>
              </a:ext>
            </a:extLst>
          </p:cNvPr>
          <p:cNvCxnSpPr>
            <a:cxnSpLocks/>
            <a:endCxn id="142" idx="1"/>
          </p:cNvCxnSpPr>
          <p:nvPr/>
        </p:nvCxnSpPr>
        <p:spPr>
          <a:xfrm rot="16200000" flipH="1">
            <a:off x="3055476" y="4214434"/>
            <a:ext cx="3064910" cy="230070"/>
          </a:xfrm>
          <a:prstGeom prst="bentConnector2">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F881A239-92F5-E848-DB22-D955422CDC47}"/>
              </a:ext>
            </a:extLst>
          </p:cNvPr>
          <p:cNvCxnSpPr>
            <a:cxnSpLocks/>
          </p:cNvCxnSpPr>
          <p:nvPr/>
        </p:nvCxnSpPr>
        <p:spPr>
          <a:xfrm rot="60000" flipV="1">
            <a:off x="3115947" y="5458226"/>
            <a:ext cx="1620227" cy="10965"/>
          </a:xfrm>
          <a:prstGeom prst="straightConnector1">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5" name="ZoneTexte 34">
            <a:extLst>
              <a:ext uri="{FF2B5EF4-FFF2-40B4-BE49-F238E27FC236}">
                <a16:creationId xmlns:a16="http://schemas.microsoft.com/office/drawing/2014/main" id="{E24FBC7D-D61B-0D80-36C1-55AB18478466}"/>
              </a:ext>
            </a:extLst>
          </p:cNvPr>
          <p:cNvSpPr txBox="1"/>
          <p:nvPr/>
        </p:nvSpPr>
        <p:spPr>
          <a:xfrm>
            <a:off x="4389517" y="6006429"/>
            <a:ext cx="1464368" cy="338554"/>
          </a:xfrm>
          <a:prstGeom prst="rect">
            <a:avLst/>
          </a:prstGeom>
          <a:noFill/>
          <a:ln>
            <a:noFill/>
          </a:ln>
        </p:spPr>
        <p:txBody>
          <a:bodyPr wrap="square" rtlCol="0">
            <a:spAutoFit/>
          </a:bodyPr>
          <a:lstStyle/>
          <a:p>
            <a:pPr algn="r"/>
            <a:r>
              <a:rPr lang="en-GB" sz="800" noProof="0">
                <a:solidFill>
                  <a:schemeClr val="accent2"/>
                </a:solidFill>
              </a:rPr>
              <a:t>Concat</a:t>
            </a:r>
            <a:r>
              <a:rPr lang="en-GB" sz="800" noProof="0" dirty="0">
                <a:solidFill>
                  <a:schemeClr val="accent2"/>
                </a:solidFill>
              </a:rPr>
              <a:t> context vector with embedding of input token.</a:t>
            </a:r>
          </a:p>
        </p:txBody>
      </p:sp>
      <p:cxnSp>
        <p:nvCxnSpPr>
          <p:cNvPr id="37" name="Connecteur en arc 36">
            <a:extLst>
              <a:ext uri="{FF2B5EF4-FFF2-40B4-BE49-F238E27FC236}">
                <a16:creationId xmlns:a16="http://schemas.microsoft.com/office/drawing/2014/main" id="{B2EF304E-84C7-4984-3B71-FD3AB3E23E77}"/>
              </a:ext>
            </a:extLst>
          </p:cNvPr>
          <p:cNvCxnSpPr>
            <a:cxnSpLocks/>
            <a:stCxn id="35" idx="3"/>
          </p:cNvCxnSpPr>
          <p:nvPr/>
        </p:nvCxnSpPr>
        <p:spPr>
          <a:xfrm flipV="1">
            <a:off x="5853885" y="5908090"/>
            <a:ext cx="77555" cy="267616"/>
          </a:xfrm>
          <a:prstGeom prst="curvedConnector2">
            <a:avLst/>
          </a:prstGeom>
          <a:ln>
            <a:solidFill>
              <a:schemeClr val="accent2">
                <a:alpha val="50000"/>
              </a:schemeClr>
            </a:solidFill>
            <a:tailEnd type="triangle"/>
          </a:ln>
        </p:spPr>
        <p:style>
          <a:lnRef idx="2">
            <a:schemeClr val="accent2"/>
          </a:lnRef>
          <a:fillRef idx="0">
            <a:schemeClr val="accent2"/>
          </a:fillRef>
          <a:effectRef idx="1">
            <a:schemeClr val="accent2"/>
          </a:effectRef>
          <a:fontRef idx="minor">
            <a:schemeClr val="tx1"/>
          </a:fontRef>
        </p:style>
      </p:cxnSp>
      <p:pic>
        <p:nvPicPr>
          <p:cNvPr id="57" name="Graphique 56" descr="Graphique à barres avec un remplissage uni">
            <a:extLst>
              <a:ext uri="{FF2B5EF4-FFF2-40B4-BE49-F238E27FC236}">
                <a16:creationId xmlns:a16="http://schemas.microsoft.com/office/drawing/2014/main" id="{6E48B3EC-3E3C-7B11-4798-721FDEBFD44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740824" y="4013693"/>
            <a:ext cx="277826" cy="277826"/>
          </a:xfrm>
          <a:prstGeom prst="rect">
            <a:avLst/>
          </a:prstGeom>
        </p:spPr>
      </p:pic>
      <p:cxnSp>
        <p:nvCxnSpPr>
          <p:cNvPr id="59" name="Connecteur droit avec flèche 58">
            <a:extLst>
              <a:ext uri="{FF2B5EF4-FFF2-40B4-BE49-F238E27FC236}">
                <a16:creationId xmlns:a16="http://schemas.microsoft.com/office/drawing/2014/main" id="{DAB1DB25-A0DF-E496-D8A6-A32C1E4E0355}"/>
              </a:ext>
            </a:extLst>
          </p:cNvPr>
          <p:cNvCxnSpPr>
            <a:cxnSpLocks/>
          </p:cNvCxnSpPr>
          <p:nvPr/>
        </p:nvCxnSpPr>
        <p:spPr>
          <a:xfrm flipV="1">
            <a:off x="4868684" y="4315186"/>
            <a:ext cx="3615" cy="774658"/>
          </a:xfrm>
          <a:prstGeom prst="straightConnector1">
            <a:avLst/>
          </a:prstGeom>
          <a:noFill/>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113DBAE6-1C57-1873-91C4-923A1BD9182A}"/>
                  </a:ext>
                </a:extLst>
              </p:cNvPr>
              <p:cNvSpPr txBox="1"/>
              <p:nvPr/>
            </p:nvSpPr>
            <p:spPr>
              <a:xfrm>
                <a:off x="5181218" y="5447041"/>
                <a:ext cx="19447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43" name="ZoneTexte 42">
                <a:extLst>
                  <a:ext uri="{FF2B5EF4-FFF2-40B4-BE49-F238E27FC236}">
                    <a16:creationId xmlns:a16="http://schemas.microsoft.com/office/drawing/2014/main" id="{113DBAE6-1C57-1873-91C4-923A1BD9182A}"/>
                  </a:ext>
                </a:extLst>
              </p:cNvPr>
              <p:cNvSpPr txBox="1">
                <a:spLocks noRot="1" noChangeAspect="1" noMove="1" noResize="1" noEditPoints="1" noAdjustHandles="1" noChangeArrowheads="1" noChangeShapeType="1" noTextEdit="1"/>
              </p:cNvSpPr>
              <p:nvPr/>
            </p:nvSpPr>
            <p:spPr>
              <a:xfrm>
                <a:off x="5181218" y="5447041"/>
                <a:ext cx="194476" cy="215444"/>
              </a:xfrm>
              <a:prstGeom prst="rect">
                <a:avLst/>
              </a:prstGeom>
              <a:blipFill>
                <a:blip r:embed="rId25"/>
                <a:stretch>
                  <a:fillRect l="-18750" r="-6250" b="-11765"/>
                </a:stretch>
              </a:blipFill>
            </p:spPr>
            <p:txBody>
              <a:bodyPr/>
              <a:lstStyle/>
              <a:p>
                <a:r>
                  <a:rPr lang="en-GB">
                    <a:noFill/>
                  </a:rPr>
                  <a:t> </a:t>
                </a:r>
              </a:p>
            </p:txBody>
          </p:sp>
        </mc:Fallback>
      </mc:AlternateContent>
      <p:sp>
        <p:nvSpPr>
          <p:cNvPr id="44" name="Rectangle : coins arrondis 43">
            <a:extLst>
              <a:ext uri="{FF2B5EF4-FFF2-40B4-BE49-F238E27FC236}">
                <a16:creationId xmlns:a16="http://schemas.microsoft.com/office/drawing/2014/main" id="{D81D7E99-CA41-310F-79C0-02CD037DACEC}"/>
              </a:ext>
            </a:extLst>
          </p:cNvPr>
          <p:cNvSpPr/>
          <p:nvPr/>
        </p:nvSpPr>
        <p:spPr>
          <a:xfrm>
            <a:off x="5838104" y="5151608"/>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6" name="Connecteur droit avec flèche 45">
            <a:extLst>
              <a:ext uri="{FF2B5EF4-FFF2-40B4-BE49-F238E27FC236}">
                <a16:creationId xmlns:a16="http://schemas.microsoft.com/office/drawing/2014/main" id="{FD3005D1-998D-D843-0AE5-D9F7E3A824BE}"/>
              </a:ext>
            </a:extLst>
          </p:cNvPr>
          <p:cNvCxnSpPr>
            <a:cxnSpLocks/>
          </p:cNvCxnSpPr>
          <p:nvPr/>
        </p:nvCxnSpPr>
        <p:spPr>
          <a:xfrm flipH="1" flipV="1">
            <a:off x="5964307" y="5612724"/>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D146E23E-E28B-B0B4-BF80-AFA0BFB85105}"/>
                  </a:ext>
                </a:extLst>
              </p:cNvPr>
              <p:cNvSpPr txBox="1"/>
              <p:nvPr/>
            </p:nvSpPr>
            <p:spPr>
              <a:xfrm>
                <a:off x="5915646" y="5793233"/>
                <a:ext cx="129972"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𝑎𝑧</m:t>
                      </m:r>
                    </m:oMath>
                  </m:oMathPara>
                </a14:m>
                <a:endParaRPr lang="fr-FR" sz="800" b="0" dirty="0"/>
              </a:p>
            </p:txBody>
          </p:sp>
        </mc:Choice>
        <mc:Fallback xmlns="">
          <p:sp>
            <p:nvSpPr>
              <p:cNvPr id="47" name="ZoneTexte 46">
                <a:extLst>
                  <a:ext uri="{FF2B5EF4-FFF2-40B4-BE49-F238E27FC236}">
                    <a16:creationId xmlns:a16="http://schemas.microsoft.com/office/drawing/2014/main" id="{D146E23E-E28B-B0B4-BF80-AFA0BFB85105}"/>
                  </a:ext>
                </a:extLst>
              </p:cNvPr>
              <p:cNvSpPr txBox="1">
                <a:spLocks noRot="1" noChangeAspect="1" noMove="1" noResize="1" noEditPoints="1" noAdjustHandles="1" noChangeArrowheads="1" noChangeShapeType="1" noTextEdit="1"/>
              </p:cNvSpPr>
              <p:nvPr/>
            </p:nvSpPr>
            <p:spPr>
              <a:xfrm>
                <a:off x="5915646" y="5793233"/>
                <a:ext cx="129972" cy="123111"/>
              </a:xfrm>
              <a:prstGeom prst="rect">
                <a:avLst/>
              </a:prstGeom>
              <a:blipFill>
                <a:blip r:embed="rId26"/>
                <a:stretch>
                  <a:fillRect l="-16667"/>
                </a:stretch>
              </a:blipFill>
            </p:spPr>
            <p:txBody>
              <a:bodyPr/>
              <a:lstStyle/>
              <a:p>
                <a:r>
                  <a:rPr lang="en-GB">
                    <a:noFill/>
                  </a:rPr>
                  <a:t> </a:t>
                </a:r>
              </a:p>
            </p:txBody>
          </p:sp>
        </mc:Fallback>
      </mc:AlternateContent>
      <p:cxnSp>
        <p:nvCxnSpPr>
          <p:cNvPr id="55" name="Connecteur en angle 54">
            <a:extLst>
              <a:ext uri="{FF2B5EF4-FFF2-40B4-BE49-F238E27FC236}">
                <a16:creationId xmlns:a16="http://schemas.microsoft.com/office/drawing/2014/main" id="{8C4C4DF2-7D7D-AC28-342B-CCEE724B3C8F}"/>
              </a:ext>
            </a:extLst>
          </p:cNvPr>
          <p:cNvCxnSpPr>
            <a:cxnSpLocks/>
          </p:cNvCxnSpPr>
          <p:nvPr/>
        </p:nvCxnSpPr>
        <p:spPr>
          <a:xfrm rot="16200000" flipH="1">
            <a:off x="3780420" y="3660188"/>
            <a:ext cx="3057774" cy="1212678"/>
          </a:xfrm>
          <a:prstGeom prst="bentConnector2">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56" name="Connecteur en arc 55">
            <a:extLst>
              <a:ext uri="{FF2B5EF4-FFF2-40B4-BE49-F238E27FC236}">
                <a16:creationId xmlns:a16="http://schemas.microsoft.com/office/drawing/2014/main" id="{5EF17B1A-0144-4752-A356-CF2C165B24BB}"/>
              </a:ext>
            </a:extLst>
          </p:cNvPr>
          <p:cNvCxnSpPr>
            <a:cxnSpLocks/>
            <a:stCxn id="120" idx="3"/>
            <a:endCxn id="47" idx="1"/>
          </p:cNvCxnSpPr>
          <p:nvPr/>
        </p:nvCxnSpPr>
        <p:spPr>
          <a:xfrm>
            <a:off x="4948338" y="3192869"/>
            <a:ext cx="967308" cy="2661920"/>
          </a:xfrm>
          <a:prstGeom prst="curvedConnector3">
            <a:avLst>
              <a:gd name="adj1" fmla="val 50000"/>
            </a:avLst>
          </a:prstGeom>
          <a:ln w="15875" cap="flat" cmpd="sng" algn="ctr">
            <a:solidFill>
              <a:schemeClr val="accent2">
                <a:alpha val="7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Connecteur droit avec flèche 27">
            <a:extLst>
              <a:ext uri="{FF2B5EF4-FFF2-40B4-BE49-F238E27FC236}">
                <a16:creationId xmlns:a16="http://schemas.microsoft.com/office/drawing/2014/main" id="{2457E88F-CEAD-27FE-C8FA-EC59F8C33A63}"/>
              </a:ext>
            </a:extLst>
          </p:cNvPr>
          <p:cNvCxnSpPr>
            <a:cxnSpLocks/>
            <a:stCxn id="29" idx="0"/>
          </p:cNvCxnSpPr>
          <p:nvPr/>
        </p:nvCxnSpPr>
        <p:spPr>
          <a:xfrm flipV="1">
            <a:off x="5959415" y="3252276"/>
            <a:ext cx="3615" cy="759269"/>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29" name="Graphique 28" descr="Graphique à barres avec un remplissage uni">
            <a:extLst>
              <a:ext uri="{FF2B5EF4-FFF2-40B4-BE49-F238E27FC236}">
                <a16:creationId xmlns:a16="http://schemas.microsoft.com/office/drawing/2014/main" id="{DEFE3EF4-8BB9-6111-5323-099092D2C32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820502" y="4011545"/>
            <a:ext cx="277826" cy="277826"/>
          </a:xfrm>
          <a:prstGeom prst="rect">
            <a:avLst/>
          </a:prstGeom>
        </p:spPr>
      </p:pic>
      <p:cxnSp>
        <p:nvCxnSpPr>
          <p:cNvPr id="30" name="Connecteur droit avec flèche 29">
            <a:extLst>
              <a:ext uri="{FF2B5EF4-FFF2-40B4-BE49-F238E27FC236}">
                <a16:creationId xmlns:a16="http://schemas.microsoft.com/office/drawing/2014/main" id="{42D3D8E7-73A3-E1BD-8AB2-12F1667F0A08}"/>
              </a:ext>
            </a:extLst>
          </p:cNvPr>
          <p:cNvCxnSpPr>
            <a:cxnSpLocks/>
          </p:cNvCxnSpPr>
          <p:nvPr/>
        </p:nvCxnSpPr>
        <p:spPr>
          <a:xfrm flipV="1">
            <a:off x="5948362" y="4313038"/>
            <a:ext cx="3615" cy="774658"/>
          </a:xfrm>
          <a:prstGeom prst="straightConnector1">
            <a:avLst/>
          </a:prstGeom>
          <a:noFill/>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6ACCBF8F-62F7-BAD3-5FF1-417837C7D5E3}"/>
                  </a:ext>
                </a:extLst>
              </p:cNvPr>
              <p:cNvSpPr txBox="1"/>
              <p:nvPr/>
            </p:nvSpPr>
            <p:spPr>
              <a:xfrm>
                <a:off x="5646526" y="3131313"/>
                <a:ext cx="622606" cy="123111"/>
              </a:xfrm>
              <a:prstGeom prst="rect">
                <a:avLst/>
              </a:prstGeom>
              <a:solidFill>
                <a:srgbClr val="FFFF00"/>
              </a:solid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i="1">
                          <a:latin typeface="Cambria Math" panose="02040503050406030204" pitchFamily="18" charset="0"/>
                        </a:rPr>
                        <m:t>𝑎𝑘𝑘𝑢𝑚𝑢𝑙</m:t>
                      </m:r>
                      <m:r>
                        <a:rPr lang="fr-FR" sz="800" i="1">
                          <a:latin typeface="Cambria Math" panose="02040503050406030204" pitchFamily="18" charset="0"/>
                        </a:rPr>
                        <m:t>à</m:t>
                      </m:r>
                      <m:r>
                        <a:rPr lang="fr-FR" sz="800" i="1">
                          <a:latin typeface="Cambria Math" panose="02040503050406030204" pitchFamily="18" charset="0"/>
                        </a:rPr>
                        <m:t>𝑡𝑜𝑟</m:t>
                      </m:r>
                    </m:oMath>
                  </m:oMathPara>
                </a14:m>
                <a:endParaRPr lang="en-GB" sz="700" dirty="0"/>
              </a:p>
            </p:txBody>
          </p:sp>
        </mc:Choice>
        <mc:Fallback xmlns="">
          <p:sp>
            <p:nvSpPr>
              <p:cNvPr id="32" name="ZoneTexte 31">
                <a:extLst>
                  <a:ext uri="{FF2B5EF4-FFF2-40B4-BE49-F238E27FC236}">
                    <a16:creationId xmlns:a16="http://schemas.microsoft.com/office/drawing/2014/main" id="{6ACCBF8F-62F7-BAD3-5FF1-417837C7D5E3}"/>
                  </a:ext>
                </a:extLst>
              </p:cNvPr>
              <p:cNvSpPr txBox="1">
                <a:spLocks noRot="1" noChangeAspect="1" noMove="1" noResize="1" noEditPoints="1" noAdjustHandles="1" noChangeArrowheads="1" noChangeShapeType="1" noTextEdit="1"/>
              </p:cNvSpPr>
              <p:nvPr/>
            </p:nvSpPr>
            <p:spPr>
              <a:xfrm>
                <a:off x="5646526" y="3131313"/>
                <a:ext cx="622606" cy="123111"/>
              </a:xfrm>
              <a:prstGeom prst="rect">
                <a:avLst/>
              </a:prstGeom>
              <a:blipFill>
                <a:blip r:embed="rId27"/>
                <a:stretch>
                  <a:fillRect l="-6000" t="-9091" r="-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A7752993-6996-912E-5426-1A9DBAEE33A7}"/>
                  </a:ext>
                </a:extLst>
              </p:cNvPr>
              <p:cNvSpPr txBox="1"/>
              <p:nvPr/>
            </p:nvSpPr>
            <p:spPr>
              <a:xfrm>
                <a:off x="5998761" y="4603880"/>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34" name="ZoneTexte 33">
                <a:extLst>
                  <a:ext uri="{FF2B5EF4-FFF2-40B4-BE49-F238E27FC236}">
                    <a16:creationId xmlns:a16="http://schemas.microsoft.com/office/drawing/2014/main" id="{A7752993-6996-912E-5426-1A9DBAEE33A7}"/>
                  </a:ext>
                </a:extLst>
              </p:cNvPr>
              <p:cNvSpPr txBox="1">
                <a:spLocks noRot="1" noChangeAspect="1" noMove="1" noResize="1" noEditPoints="1" noAdjustHandles="1" noChangeArrowheads="1" noChangeShapeType="1" noTextEdit="1"/>
              </p:cNvSpPr>
              <p:nvPr/>
            </p:nvSpPr>
            <p:spPr>
              <a:xfrm>
                <a:off x="5998761" y="4603880"/>
                <a:ext cx="198644" cy="215444"/>
              </a:xfrm>
              <a:prstGeom prst="rect">
                <a:avLst/>
              </a:prstGeom>
              <a:blipFill>
                <a:blip r:embed="rId28"/>
                <a:stretch>
                  <a:fillRect l="-17647"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77836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AFE9E-B5E0-B152-B043-E12D2FD7AA79}"/>
            </a:ext>
          </a:extLst>
        </p:cNvPr>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568AC01D-9061-EDCE-600A-83C2B45ABFBD}"/>
              </a:ext>
            </a:extLst>
          </p:cNvPr>
          <p:cNvSpPr/>
          <p:nvPr/>
        </p:nvSpPr>
        <p:spPr>
          <a:xfrm>
            <a:off x="1171065" y="2887078"/>
            <a:ext cx="2322426" cy="250683"/>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2" name="Titre 1">
            <a:extLst>
              <a:ext uri="{FF2B5EF4-FFF2-40B4-BE49-F238E27FC236}">
                <a16:creationId xmlns:a16="http://schemas.microsoft.com/office/drawing/2014/main" id="{4FC084FF-B67F-E5DC-01B2-7726E3DAEE4D}"/>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3ABE083C-B819-78C3-19E3-264E17D65AFB}"/>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9656CCEC-24BD-AA52-143E-726E7E8291BA}"/>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3AE71A53-F831-5A36-29BB-C4699637ABD6}"/>
                  </a:ext>
                </a:extLst>
              </p:cNvPr>
              <p:cNvSpPr txBox="1"/>
              <p:nvPr/>
            </p:nvSpPr>
            <p:spPr>
              <a:xfrm>
                <a:off x="2362536"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 name="ZoneTexte 5">
                <a:extLst>
                  <a:ext uri="{FF2B5EF4-FFF2-40B4-BE49-F238E27FC236}">
                    <a16:creationId xmlns:a16="http://schemas.microsoft.com/office/drawing/2014/main" id="{6FF390B4-094D-A609-A172-6FC44206462A}"/>
                  </a:ext>
                </a:extLst>
              </p:cNvPr>
              <p:cNvSpPr txBox="1">
                <a:spLocks noRot="1" noChangeAspect="1" noMove="1" noResize="1" noEditPoints="1" noAdjustHandles="1" noChangeArrowheads="1" noChangeShapeType="1" noTextEdit="1"/>
              </p:cNvSpPr>
              <p:nvPr/>
            </p:nvSpPr>
            <p:spPr>
              <a:xfrm>
                <a:off x="2362536" y="5799899"/>
                <a:ext cx="177834" cy="124049"/>
              </a:xfrm>
              <a:prstGeom prst="rect">
                <a:avLst/>
              </a:prstGeom>
              <a:blipFill>
                <a:blip r:embed="rId3"/>
                <a:stretch>
                  <a:fillRect/>
                </a:stretch>
              </a:blipFill>
            </p:spPr>
            <p:txBody>
              <a:bodyPr/>
              <a:lstStyle/>
              <a:p>
                <a:r>
                  <a:rPr lang="en-GB">
                    <a:noFill/>
                  </a:rPr>
                  <a:t> </a:t>
                </a:r>
              </a:p>
            </p:txBody>
          </p:sp>
        </mc:Fallback>
      </mc:AlternateContent>
      <p:sp>
        <p:nvSpPr>
          <p:cNvPr id="15" name="Rectangle : coins arrondis 14">
            <a:extLst>
              <a:ext uri="{FF2B5EF4-FFF2-40B4-BE49-F238E27FC236}">
                <a16:creationId xmlns:a16="http://schemas.microsoft.com/office/drawing/2014/main" id="{298358BB-448D-8B93-C714-20659DB9BB2C}"/>
              </a:ext>
            </a:extLst>
          </p:cNvPr>
          <p:cNvSpPr/>
          <p:nvPr/>
        </p:nvSpPr>
        <p:spPr>
          <a:xfrm>
            <a:off x="2332812" y="5134190"/>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1" name="Connecteur droit avec flèche 110">
            <a:extLst>
              <a:ext uri="{FF2B5EF4-FFF2-40B4-BE49-F238E27FC236}">
                <a16:creationId xmlns:a16="http://schemas.microsoft.com/office/drawing/2014/main" id="{42902AB6-B4D7-CAB3-8241-A40B3401B407}"/>
              </a:ext>
            </a:extLst>
          </p:cNvPr>
          <p:cNvCxnSpPr>
            <a:cxnSpLocks/>
            <a:stCxn id="6" idx="0"/>
            <a:endCxn id="15" idx="2"/>
          </p:cNvCxnSpPr>
          <p:nvPr/>
        </p:nvCxnSpPr>
        <p:spPr>
          <a:xfrm flipH="1" flipV="1">
            <a:off x="2449796" y="558780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2" name="ZoneTexte 111">
                <a:extLst>
                  <a:ext uri="{FF2B5EF4-FFF2-40B4-BE49-F238E27FC236}">
                    <a16:creationId xmlns:a16="http://schemas.microsoft.com/office/drawing/2014/main" id="{AC974802-566E-400A-9E5C-8EBB79FBFDED}"/>
                  </a:ext>
                </a:extLst>
              </p:cNvPr>
              <p:cNvSpPr txBox="1"/>
              <p:nvPr/>
            </p:nvSpPr>
            <p:spPr>
              <a:xfrm>
                <a:off x="2895982"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112" name="ZoneTexte 111">
                <a:extLst>
                  <a:ext uri="{FF2B5EF4-FFF2-40B4-BE49-F238E27FC236}">
                    <a16:creationId xmlns:a16="http://schemas.microsoft.com/office/drawing/2014/main" id="{13E0312D-7C40-0F65-F356-9E9D5DC09B38}"/>
                  </a:ext>
                </a:extLst>
              </p:cNvPr>
              <p:cNvSpPr txBox="1">
                <a:spLocks noRot="1" noChangeAspect="1" noMove="1" noResize="1" noEditPoints="1" noAdjustHandles="1" noChangeArrowheads="1" noChangeShapeType="1" noTextEdit="1"/>
              </p:cNvSpPr>
              <p:nvPr/>
            </p:nvSpPr>
            <p:spPr>
              <a:xfrm>
                <a:off x="2895982" y="5799899"/>
                <a:ext cx="177834" cy="124049"/>
              </a:xfrm>
              <a:prstGeom prst="rect">
                <a:avLst/>
              </a:prstGeom>
              <a:blipFill>
                <a:blip r:embed="rId4"/>
                <a:stretch>
                  <a:fillRect l="-14286" r="-14286"/>
                </a:stretch>
              </a:blipFill>
            </p:spPr>
            <p:txBody>
              <a:bodyPr/>
              <a:lstStyle/>
              <a:p>
                <a:r>
                  <a:rPr lang="en-GB">
                    <a:noFill/>
                  </a:rPr>
                  <a:t> </a:t>
                </a:r>
              </a:p>
            </p:txBody>
          </p:sp>
        </mc:Fallback>
      </mc:AlternateContent>
      <p:sp>
        <p:nvSpPr>
          <p:cNvPr id="113" name="Rectangle : coins arrondis 112">
            <a:extLst>
              <a:ext uri="{FF2B5EF4-FFF2-40B4-BE49-F238E27FC236}">
                <a16:creationId xmlns:a16="http://schemas.microsoft.com/office/drawing/2014/main" id="{1C582372-3E33-ADDA-C286-DCEBB059DA68}"/>
              </a:ext>
            </a:extLst>
          </p:cNvPr>
          <p:cNvSpPr/>
          <p:nvPr/>
        </p:nvSpPr>
        <p:spPr>
          <a:xfrm>
            <a:off x="2866258" y="513781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4" name="Connecteur droit avec flèche 113">
            <a:extLst>
              <a:ext uri="{FF2B5EF4-FFF2-40B4-BE49-F238E27FC236}">
                <a16:creationId xmlns:a16="http://schemas.microsoft.com/office/drawing/2014/main" id="{0150DD47-D53D-1F48-B591-717515C187E9}"/>
              </a:ext>
            </a:extLst>
          </p:cNvPr>
          <p:cNvCxnSpPr>
            <a:cxnSpLocks/>
            <a:stCxn id="112" idx="0"/>
            <a:endCxn id="113" idx="2"/>
          </p:cNvCxnSpPr>
          <p:nvPr/>
        </p:nvCxnSpPr>
        <p:spPr>
          <a:xfrm flipH="1" flipV="1">
            <a:off x="2983242" y="5591433"/>
            <a:ext cx="1657" cy="208466"/>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15" name="Rectangle : coins arrondis 114">
            <a:extLst>
              <a:ext uri="{FF2B5EF4-FFF2-40B4-BE49-F238E27FC236}">
                <a16:creationId xmlns:a16="http://schemas.microsoft.com/office/drawing/2014/main" id="{4B0FF5C6-9345-7EB3-7105-6A0ADEADEF57}"/>
              </a:ext>
            </a:extLst>
          </p:cNvPr>
          <p:cNvSpPr/>
          <p:nvPr/>
        </p:nvSpPr>
        <p:spPr>
          <a:xfrm>
            <a:off x="4740824" y="5141448"/>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7" name="Connecteur droit avec flèche 116">
            <a:extLst>
              <a:ext uri="{FF2B5EF4-FFF2-40B4-BE49-F238E27FC236}">
                <a16:creationId xmlns:a16="http://schemas.microsoft.com/office/drawing/2014/main" id="{ED4D23E2-3CA6-6CA3-C39F-D08750B3EE99}"/>
              </a:ext>
            </a:extLst>
          </p:cNvPr>
          <p:cNvCxnSpPr>
            <a:cxnSpLocks/>
          </p:cNvCxnSpPr>
          <p:nvPr/>
        </p:nvCxnSpPr>
        <p:spPr>
          <a:xfrm>
            <a:off x="2566778" y="5407296"/>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8" name="Connecteur droit avec flèche 117">
            <a:extLst>
              <a:ext uri="{FF2B5EF4-FFF2-40B4-BE49-F238E27FC236}">
                <a16:creationId xmlns:a16="http://schemas.microsoft.com/office/drawing/2014/main" id="{5DE15397-441D-F5EC-CEBA-B4B043383B92}"/>
              </a:ext>
            </a:extLst>
          </p:cNvPr>
          <p:cNvCxnSpPr/>
          <p:nvPr/>
        </p:nvCxnSpPr>
        <p:spPr>
          <a:xfrm>
            <a:off x="3100219" y="5408024"/>
            <a:ext cx="1655999" cy="3629"/>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0" name="ZoneTexte 119">
                <a:extLst>
                  <a:ext uri="{FF2B5EF4-FFF2-40B4-BE49-F238E27FC236}">
                    <a16:creationId xmlns:a16="http://schemas.microsoft.com/office/drawing/2014/main" id="{6C5775C6-210B-AE93-4B6D-8B01D324FB39}"/>
                  </a:ext>
                </a:extLst>
              </p:cNvPr>
              <p:cNvSpPr txBox="1"/>
              <p:nvPr/>
            </p:nvSpPr>
            <p:spPr>
              <a:xfrm>
                <a:off x="4818366" y="3131313"/>
                <a:ext cx="129972"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𝑎𝑧</m:t>
                      </m:r>
                    </m:oMath>
                  </m:oMathPara>
                </a14:m>
                <a:endParaRPr lang="fr-FR" sz="800" b="0" dirty="0"/>
              </a:p>
            </p:txBody>
          </p:sp>
        </mc:Choice>
        <mc:Fallback xmlns="">
          <p:sp>
            <p:nvSpPr>
              <p:cNvPr id="120" name="ZoneTexte 119">
                <a:extLst>
                  <a:ext uri="{FF2B5EF4-FFF2-40B4-BE49-F238E27FC236}">
                    <a16:creationId xmlns:a16="http://schemas.microsoft.com/office/drawing/2014/main" id="{E380C23F-F893-8C8D-4532-8E5BCBDA5AC9}"/>
                  </a:ext>
                </a:extLst>
              </p:cNvPr>
              <p:cNvSpPr txBox="1">
                <a:spLocks noRot="1" noChangeAspect="1" noMove="1" noResize="1" noEditPoints="1" noAdjustHandles="1" noChangeArrowheads="1" noChangeShapeType="1" noTextEdit="1"/>
              </p:cNvSpPr>
              <p:nvPr/>
            </p:nvSpPr>
            <p:spPr>
              <a:xfrm>
                <a:off x="4818366" y="3131313"/>
                <a:ext cx="129972" cy="123111"/>
              </a:xfrm>
              <a:prstGeom prst="rect">
                <a:avLst/>
              </a:prstGeom>
              <a:blipFill>
                <a:blip r:embed="rId5"/>
                <a:stretch>
                  <a:fillRect l="-18182" r="-9091"/>
                </a:stretch>
              </a:blipFill>
            </p:spPr>
            <p:txBody>
              <a:bodyPr/>
              <a:lstStyle/>
              <a:p>
                <a:r>
                  <a:rPr lang="en-GB">
                    <a:noFill/>
                  </a:rPr>
                  <a:t> </a:t>
                </a:r>
              </a:p>
            </p:txBody>
          </p:sp>
        </mc:Fallback>
      </mc:AlternateContent>
      <p:sp>
        <p:nvSpPr>
          <p:cNvPr id="125" name="Rectangle : coins arrondis 124">
            <a:extLst>
              <a:ext uri="{FF2B5EF4-FFF2-40B4-BE49-F238E27FC236}">
                <a16:creationId xmlns:a16="http://schemas.microsoft.com/office/drawing/2014/main" id="{C9C205AE-0EE3-BFA2-893C-EF631CDCF7A2}"/>
              </a:ext>
            </a:extLst>
          </p:cNvPr>
          <p:cNvSpPr/>
          <p:nvPr/>
        </p:nvSpPr>
        <p:spPr>
          <a:xfrm>
            <a:off x="1261316" y="5129562"/>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27" name="Rectangle : coins arrondis 126">
            <a:extLst>
              <a:ext uri="{FF2B5EF4-FFF2-40B4-BE49-F238E27FC236}">
                <a16:creationId xmlns:a16="http://schemas.microsoft.com/office/drawing/2014/main" id="{A5C9B2B9-F616-DC36-D011-1329AB6F65D5}"/>
              </a:ext>
            </a:extLst>
          </p:cNvPr>
          <p:cNvSpPr/>
          <p:nvPr/>
        </p:nvSpPr>
        <p:spPr>
          <a:xfrm>
            <a:off x="1794762" y="5133189"/>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29" name="Connecteur droit avec flèche 128">
            <a:extLst>
              <a:ext uri="{FF2B5EF4-FFF2-40B4-BE49-F238E27FC236}">
                <a16:creationId xmlns:a16="http://schemas.microsoft.com/office/drawing/2014/main" id="{59202694-3C37-8AD4-07C8-6866F8C28440}"/>
              </a:ext>
            </a:extLst>
          </p:cNvPr>
          <p:cNvCxnSpPr>
            <a:cxnSpLocks/>
          </p:cNvCxnSpPr>
          <p:nvPr/>
        </p:nvCxnSpPr>
        <p:spPr>
          <a:xfrm>
            <a:off x="1495284" y="5402668"/>
            <a:ext cx="299478"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253E16ED-6C05-2673-E839-23ADDF25F77B}"/>
              </a:ext>
            </a:extLst>
          </p:cNvPr>
          <p:cNvCxnSpPr>
            <a:cxnSpLocks/>
          </p:cNvCxnSpPr>
          <p:nvPr/>
        </p:nvCxnSpPr>
        <p:spPr>
          <a:xfrm flipV="1">
            <a:off x="2028730" y="5407297"/>
            <a:ext cx="304082" cy="6258"/>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DFF0F215-3831-9506-06FE-28453BDAE93D}"/>
                  </a:ext>
                </a:extLst>
              </p:cNvPr>
              <p:cNvSpPr txBox="1"/>
              <p:nvPr/>
            </p:nvSpPr>
            <p:spPr>
              <a:xfrm>
                <a:off x="128938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131" name="ZoneTexte 130">
                <a:extLst>
                  <a:ext uri="{FF2B5EF4-FFF2-40B4-BE49-F238E27FC236}">
                    <a16:creationId xmlns:a16="http://schemas.microsoft.com/office/drawing/2014/main" id="{79974A0D-0918-B932-03CD-5A343FF31043}"/>
                  </a:ext>
                </a:extLst>
              </p:cNvPr>
              <p:cNvSpPr txBox="1">
                <a:spLocks noRot="1" noChangeAspect="1" noMove="1" noResize="1" noEditPoints="1" noAdjustHandles="1" noChangeArrowheads="1" noChangeShapeType="1" noTextEdit="1"/>
              </p:cNvSpPr>
              <p:nvPr/>
            </p:nvSpPr>
            <p:spPr>
              <a:xfrm>
                <a:off x="1289384" y="5799899"/>
                <a:ext cx="177834" cy="12404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2" name="ZoneTexte 131">
                <a:extLst>
                  <a:ext uri="{FF2B5EF4-FFF2-40B4-BE49-F238E27FC236}">
                    <a16:creationId xmlns:a16="http://schemas.microsoft.com/office/drawing/2014/main" id="{9079FC03-5D5A-71CD-87B7-AB7CF3EE2214}"/>
                  </a:ext>
                </a:extLst>
              </p:cNvPr>
              <p:cNvSpPr txBox="1"/>
              <p:nvPr/>
            </p:nvSpPr>
            <p:spPr>
              <a:xfrm>
                <a:off x="1813804" y="5799899"/>
                <a:ext cx="177834" cy="12404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132" name="ZoneTexte 131">
                <a:extLst>
                  <a:ext uri="{FF2B5EF4-FFF2-40B4-BE49-F238E27FC236}">
                    <a16:creationId xmlns:a16="http://schemas.microsoft.com/office/drawing/2014/main" id="{AED74F1C-11FC-09EC-9E25-8E5F641D088B}"/>
                  </a:ext>
                </a:extLst>
              </p:cNvPr>
              <p:cNvSpPr txBox="1">
                <a:spLocks noRot="1" noChangeAspect="1" noMove="1" noResize="1" noEditPoints="1" noAdjustHandles="1" noChangeArrowheads="1" noChangeShapeType="1" noTextEdit="1"/>
              </p:cNvSpPr>
              <p:nvPr/>
            </p:nvSpPr>
            <p:spPr>
              <a:xfrm>
                <a:off x="1813804" y="5799899"/>
                <a:ext cx="177834" cy="124049"/>
              </a:xfrm>
              <a:prstGeom prst="rect">
                <a:avLst/>
              </a:prstGeom>
              <a:blipFill>
                <a:blip r:embed="rId7"/>
                <a:stretch>
                  <a:fillRect l="-21429" r="-71429" b="-9091"/>
                </a:stretch>
              </a:blipFill>
            </p:spPr>
            <p:txBody>
              <a:bodyPr/>
              <a:lstStyle/>
              <a:p>
                <a:r>
                  <a:rPr lang="en-GB">
                    <a:noFill/>
                  </a:rPr>
                  <a:t> </a:t>
                </a:r>
              </a:p>
            </p:txBody>
          </p:sp>
        </mc:Fallback>
      </mc:AlternateContent>
      <p:cxnSp>
        <p:nvCxnSpPr>
          <p:cNvPr id="133" name="Connecteur droit avec flèche 132">
            <a:extLst>
              <a:ext uri="{FF2B5EF4-FFF2-40B4-BE49-F238E27FC236}">
                <a16:creationId xmlns:a16="http://schemas.microsoft.com/office/drawing/2014/main" id="{6CEEF894-8F42-DEB1-F692-A2159F753AC8}"/>
              </a:ext>
            </a:extLst>
          </p:cNvPr>
          <p:cNvCxnSpPr>
            <a:cxnSpLocks/>
            <a:stCxn id="125" idx="0"/>
          </p:cNvCxnSpPr>
          <p:nvPr/>
        </p:nvCxnSpPr>
        <p:spPr>
          <a:xfrm flipV="1">
            <a:off x="1378300" y="3808071"/>
            <a:ext cx="2605" cy="1321491"/>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42" name="ZoneTexte 141">
            <a:extLst>
              <a:ext uri="{FF2B5EF4-FFF2-40B4-BE49-F238E27FC236}">
                <a16:creationId xmlns:a16="http://schemas.microsoft.com/office/drawing/2014/main" id="{DF117BAD-C203-05FB-F979-476E6F85265A}"/>
              </a:ext>
            </a:extLst>
          </p:cNvPr>
          <p:cNvSpPr txBox="1"/>
          <p:nvPr/>
        </p:nvSpPr>
        <p:spPr>
          <a:xfrm>
            <a:off x="4702966" y="5815757"/>
            <a:ext cx="343667" cy="92333"/>
          </a:xfrm>
          <a:prstGeom prst="rect">
            <a:avLst/>
          </a:prstGeom>
          <a:noFill/>
        </p:spPr>
        <p:txBody>
          <a:bodyPr wrap="square" lIns="0" tIns="0" rIns="0" bIns="0" rtlCol="0" anchor="ctr">
            <a:spAutoFit/>
          </a:bodyPr>
          <a:lstStyle/>
          <a:p>
            <a:pPr algn="ctr"/>
            <a:r>
              <a:rPr lang="en-GB" sz="600" b="1" dirty="0"/>
              <a:t>&lt;start&gt;</a:t>
            </a:r>
          </a:p>
        </p:txBody>
      </p:sp>
      <p:cxnSp>
        <p:nvCxnSpPr>
          <p:cNvPr id="158" name="Connecteur droit avec flèche 157">
            <a:extLst>
              <a:ext uri="{FF2B5EF4-FFF2-40B4-BE49-F238E27FC236}">
                <a16:creationId xmlns:a16="http://schemas.microsoft.com/office/drawing/2014/main" id="{2EF96ADE-165C-6E3D-AA4A-86C6A6203EC7}"/>
              </a:ext>
            </a:extLst>
          </p:cNvPr>
          <p:cNvCxnSpPr>
            <a:cxnSpLocks/>
            <a:stCxn id="57" idx="0"/>
            <a:endCxn id="120" idx="2"/>
          </p:cNvCxnSpPr>
          <p:nvPr/>
        </p:nvCxnSpPr>
        <p:spPr>
          <a:xfrm flipV="1">
            <a:off x="4879737" y="3254424"/>
            <a:ext cx="3615" cy="759269"/>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52DB330E-0BC4-88B2-56DF-23980F44CF9A}"/>
              </a:ext>
            </a:extLst>
          </p:cNvPr>
          <p:cNvCxnSpPr>
            <a:cxnSpLocks/>
          </p:cNvCxnSpPr>
          <p:nvPr/>
        </p:nvCxnSpPr>
        <p:spPr>
          <a:xfrm flipH="1" flipV="1">
            <a:off x="1906439" y="5591433"/>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16465B41-4F6E-4FE9-24E7-071BFCB4BFF1}"/>
              </a:ext>
            </a:extLst>
          </p:cNvPr>
          <p:cNvCxnSpPr>
            <a:cxnSpLocks/>
          </p:cNvCxnSpPr>
          <p:nvPr/>
        </p:nvCxnSpPr>
        <p:spPr>
          <a:xfrm flipH="1" flipV="1">
            <a:off x="1376643" y="5598935"/>
            <a:ext cx="1657" cy="212095"/>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72" name="Connecteur droit avec flèche 171">
            <a:extLst>
              <a:ext uri="{FF2B5EF4-FFF2-40B4-BE49-F238E27FC236}">
                <a16:creationId xmlns:a16="http://schemas.microsoft.com/office/drawing/2014/main" id="{B15CD5E3-3983-A295-C028-D985746CA89E}"/>
              </a:ext>
            </a:extLst>
          </p:cNvPr>
          <p:cNvCxnSpPr>
            <a:cxnSpLocks/>
          </p:cNvCxnSpPr>
          <p:nvPr/>
        </p:nvCxnSpPr>
        <p:spPr>
          <a:xfrm flipH="1" flipV="1">
            <a:off x="4867027" y="5602564"/>
            <a:ext cx="1657" cy="208466"/>
          </a:xfrm>
          <a:prstGeom prst="straightConnector1">
            <a:avLst/>
          </a:prstGeom>
          <a:noFill/>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8" name="ZoneTexte 177">
            <a:extLst>
              <a:ext uri="{FF2B5EF4-FFF2-40B4-BE49-F238E27FC236}">
                <a16:creationId xmlns:a16="http://schemas.microsoft.com/office/drawing/2014/main" id="{48A7B793-4176-296A-8D9B-E6856D83941B}"/>
              </a:ext>
            </a:extLst>
          </p:cNvPr>
          <p:cNvSpPr txBox="1"/>
          <p:nvPr/>
        </p:nvSpPr>
        <p:spPr>
          <a:xfrm>
            <a:off x="1212626" y="3429000"/>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179" name="Connecteur droit avec flèche 178">
            <a:extLst>
              <a:ext uri="{FF2B5EF4-FFF2-40B4-BE49-F238E27FC236}">
                <a16:creationId xmlns:a16="http://schemas.microsoft.com/office/drawing/2014/main" id="{90D30BF4-AAFE-ED96-8EFC-2498467B5683}"/>
              </a:ext>
            </a:extLst>
          </p:cNvPr>
          <p:cNvCxnSpPr>
            <a:cxnSpLocks/>
          </p:cNvCxnSpPr>
          <p:nvPr/>
        </p:nvCxnSpPr>
        <p:spPr>
          <a:xfrm>
            <a:off x="2568706" y="5316627"/>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387BB695-FC7D-39FE-0575-C73C3553ABA5}"/>
              </a:ext>
            </a:extLst>
          </p:cNvPr>
          <p:cNvCxnSpPr>
            <a:cxnSpLocks/>
          </p:cNvCxnSpPr>
          <p:nvPr/>
        </p:nvCxnSpPr>
        <p:spPr>
          <a:xfrm>
            <a:off x="1497212" y="5311999"/>
            <a:ext cx="299478"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E805AAE5-2482-D6EE-EE88-5D175ABB0841}"/>
              </a:ext>
            </a:extLst>
          </p:cNvPr>
          <p:cNvCxnSpPr>
            <a:cxnSpLocks/>
          </p:cNvCxnSpPr>
          <p:nvPr/>
        </p:nvCxnSpPr>
        <p:spPr>
          <a:xfrm flipV="1">
            <a:off x="2030658" y="5316628"/>
            <a:ext cx="304082" cy="6258"/>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A4F435E9-86BD-C6B8-41E6-AF72E8CF5FF2}"/>
              </a:ext>
            </a:extLst>
          </p:cNvPr>
          <p:cNvCxnSpPr>
            <a:cxnSpLocks/>
          </p:cNvCxnSpPr>
          <p:nvPr/>
        </p:nvCxnSpPr>
        <p:spPr>
          <a:xfrm flipV="1">
            <a:off x="1913585" y="4033784"/>
            <a:ext cx="2605" cy="108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6F423F4C-2C3A-B08A-07EC-DD000EBC5148}"/>
              </a:ext>
            </a:extLst>
          </p:cNvPr>
          <p:cNvCxnSpPr>
            <a:cxnSpLocks/>
          </p:cNvCxnSpPr>
          <p:nvPr/>
        </p:nvCxnSpPr>
        <p:spPr>
          <a:xfrm flipV="1">
            <a:off x="2462183" y="4396913"/>
            <a:ext cx="2605" cy="72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B0254B78-69C3-22F5-260F-E8BFD0042D45}"/>
              </a:ext>
            </a:extLst>
          </p:cNvPr>
          <p:cNvCxnSpPr>
            <a:cxnSpLocks/>
          </p:cNvCxnSpPr>
          <p:nvPr/>
        </p:nvCxnSpPr>
        <p:spPr>
          <a:xfrm flipV="1">
            <a:off x="2983242" y="4763896"/>
            <a:ext cx="2605" cy="360000"/>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90" name="ZoneTexte 189">
            <a:extLst>
              <a:ext uri="{FF2B5EF4-FFF2-40B4-BE49-F238E27FC236}">
                <a16:creationId xmlns:a16="http://schemas.microsoft.com/office/drawing/2014/main" id="{86D6F826-B032-E0D6-8308-76847F18DD1F}"/>
              </a:ext>
            </a:extLst>
          </p:cNvPr>
          <p:cNvSpPr txBox="1"/>
          <p:nvPr/>
        </p:nvSpPr>
        <p:spPr>
          <a:xfrm>
            <a:off x="1734912" y="3663912"/>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1" name="ZoneTexte 190">
            <a:extLst>
              <a:ext uri="{FF2B5EF4-FFF2-40B4-BE49-F238E27FC236}">
                <a16:creationId xmlns:a16="http://schemas.microsoft.com/office/drawing/2014/main" id="{4403AF54-AFA1-2FC7-E693-C2B0BF904E1E}"/>
              </a:ext>
            </a:extLst>
          </p:cNvPr>
          <p:cNvSpPr txBox="1"/>
          <p:nvPr/>
        </p:nvSpPr>
        <p:spPr>
          <a:xfrm>
            <a:off x="2304003" y="4013087"/>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2" name="ZoneTexte 191">
            <a:extLst>
              <a:ext uri="{FF2B5EF4-FFF2-40B4-BE49-F238E27FC236}">
                <a16:creationId xmlns:a16="http://schemas.microsoft.com/office/drawing/2014/main" id="{9B4194CF-540B-1C60-7D1B-06FB13730022}"/>
              </a:ext>
            </a:extLst>
          </p:cNvPr>
          <p:cNvSpPr txBox="1"/>
          <p:nvPr/>
        </p:nvSpPr>
        <p:spPr>
          <a:xfrm>
            <a:off x="2838364" y="4385404"/>
            <a:ext cx="335617" cy="369332"/>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193" name="ZoneTexte 192">
            <a:extLst>
              <a:ext uri="{FF2B5EF4-FFF2-40B4-BE49-F238E27FC236}">
                <a16:creationId xmlns:a16="http://schemas.microsoft.com/office/drawing/2014/main" id="{0C6624C8-BF5C-ED47-217C-1BD52E9F5A14}"/>
              </a:ext>
            </a:extLst>
          </p:cNvPr>
          <p:cNvSpPr txBox="1"/>
          <p:nvPr/>
        </p:nvSpPr>
        <p:spPr>
          <a:xfrm>
            <a:off x="1193760" y="6133513"/>
            <a:ext cx="1943343" cy="276999"/>
          </a:xfrm>
          <a:prstGeom prst="rect">
            <a:avLst/>
          </a:prstGeom>
          <a:noFill/>
        </p:spPr>
        <p:txBody>
          <a:bodyPr wrap="square" rtlCol="0">
            <a:spAutoFit/>
          </a:bodyPr>
          <a:lstStyle/>
          <a:p>
            <a:pPr algn="ctr"/>
            <a:r>
              <a:rPr lang="en-GB" sz="1200" dirty="0">
                <a:solidFill>
                  <a:schemeClr val="accent1"/>
                </a:solidFill>
              </a:rPr>
              <a:t>e.g. Encoder Bidirectional</a:t>
            </a:r>
          </a:p>
        </p:txBody>
      </p:sp>
      <p:cxnSp>
        <p:nvCxnSpPr>
          <p:cNvPr id="195" name="Connecteur en angle 194">
            <a:extLst>
              <a:ext uri="{FF2B5EF4-FFF2-40B4-BE49-F238E27FC236}">
                <a16:creationId xmlns:a16="http://schemas.microsoft.com/office/drawing/2014/main" id="{EAC943BA-D436-535F-B750-C9066C34E966}"/>
              </a:ext>
            </a:extLst>
          </p:cNvPr>
          <p:cNvCxnSpPr>
            <a:cxnSpLocks/>
            <a:stCxn id="19" idx="3"/>
            <a:endCxn id="192" idx="3"/>
          </p:cNvCxnSpPr>
          <p:nvPr/>
        </p:nvCxnSpPr>
        <p:spPr>
          <a:xfrm flipH="1" flipV="1">
            <a:off x="3173981" y="4570070"/>
            <a:ext cx="3761611" cy="816593"/>
          </a:xfrm>
          <a:prstGeom prst="bentConnector3">
            <a:avLst>
              <a:gd name="adj1" fmla="val -6077"/>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7" name="Connecteur en angle 196">
            <a:extLst>
              <a:ext uri="{FF2B5EF4-FFF2-40B4-BE49-F238E27FC236}">
                <a16:creationId xmlns:a16="http://schemas.microsoft.com/office/drawing/2014/main" id="{01B7703D-6D92-DB8F-299B-32E7D9E79F35}"/>
              </a:ext>
            </a:extLst>
          </p:cNvPr>
          <p:cNvCxnSpPr>
            <a:cxnSpLocks/>
            <a:stCxn id="19" idx="3"/>
            <a:endCxn id="191" idx="3"/>
          </p:cNvCxnSpPr>
          <p:nvPr/>
        </p:nvCxnSpPr>
        <p:spPr>
          <a:xfrm flipH="1" flipV="1">
            <a:off x="2639620" y="4197753"/>
            <a:ext cx="4295972" cy="1188910"/>
          </a:xfrm>
          <a:prstGeom prst="bentConnector3">
            <a:avLst>
              <a:gd name="adj1" fmla="val -7207"/>
            </a:avLst>
          </a:prstGeom>
          <a:ln w="1270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9" name="Connecteur en angle 198">
            <a:extLst>
              <a:ext uri="{FF2B5EF4-FFF2-40B4-BE49-F238E27FC236}">
                <a16:creationId xmlns:a16="http://schemas.microsoft.com/office/drawing/2014/main" id="{045644D2-F665-7620-50B4-0E3EA0922698}"/>
              </a:ext>
            </a:extLst>
          </p:cNvPr>
          <p:cNvCxnSpPr>
            <a:cxnSpLocks/>
            <a:stCxn id="19" idx="3"/>
            <a:endCxn id="190" idx="3"/>
          </p:cNvCxnSpPr>
          <p:nvPr/>
        </p:nvCxnSpPr>
        <p:spPr>
          <a:xfrm flipH="1" flipV="1">
            <a:off x="2070529" y="3848578"/>
            <a:ext cx="4865063" cy="1538085"/>
          </a:xfrm>
          <a:prstGeom prst="bentConnector3">
            <a:avLst>
              <a:gd name="adj1" fmla="val -7792"/>
            </a:avLst>
          </a:prstGeom>
          <a:ln w="1270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01" name="Connecteur en angle 200">
            <a:extLst>
              <a:ext uri="{FF2B5EF4-FFF2-40B4-BE49-F238E27FC236}">
                <a16:creationId xmlns:a16="http://schemas.microsoft.com/office/drawing/2014/main" id="{648AE0D5-8952-13C5-A249-9F44A4BEC1CD}"/>
              </a:ext>
            </a:extLst>
          </p:cNvPr>
          <p:cNvCxnSpPr>
            <a:cxnSpLocks/>
            <a:stCxn id="19" idx="3"/>
            <a:endCxn id="178" idx="3"/>
          </p:cNvCxnSpPr>
          <p:nvPr/>
        </p:nvCxnSpPr>
        <p:spPr>
          <a:xfrm flipH="1" flipV="1">
            <a:off x="1548243" y="3613666"/>
            <a:ext cx="5387349" cy="1772997"/>
          </a:xfrm>
          <a:prstGeom prst="bentConnector3">
            <a:avLst>
              <a:gd name="adj1" fmla="val -8325"/>
            </a:avLst>
          </a:prstGeom>
          <a:ln w="1270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6" name="ZoneTexte 205">
                <a:extLst>
                  <a:ext uri="{FF2B5EF4-FFF2-40B4-BE49-F238E27FC236}">
                    <a16:creationId xmlns:a16="http://schemas.microsoft.com/office/drawing/2014/main" id="{D84D8D53-F400-4F2C-B5D2-2B8437FE05C7}"/>
                  </a:ext>
                </a:extLst>
              </p:cNvPr>
              <p:cNvSpPr txBox="1"/>
              <p:nvPr/>
            </p:nvSpPr>
            <p:spPr>
              <a:xfrm>
                <a:off x="1171064" y="4913799"/>
                <a:ext cx="2148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206" name="ZoneTexte 205">
                <a:extLst>
                  <a:ext uri="{FF2B5EF4-FFF2-40B4-BE49-F238E27FC236}">
                    <a16:creationId xmlns:a16="http://schemas.microsoft.com/office/drawing/2014/main" id="{2D481465-0E24-D434-9D08-6C258ED9B39C}"/>
                  </a:ext>
                </a:extLst>
              </p:cNvPr>
              <p:cNvSpPr txBox="1">
                <a:spLocks noRot="1" noChangeAspect="1" noMove="1" noResize="1" noEditPoints="1" noAdjustHandles="1" noChangeArrowheads="1" noChangeShapeType="1" noTextEdit="1"/>
              </p:cNvSpPr>
              <p:nvPr/>
            </p:nvSpPr>
            <p:spPr>
              <a:xfrm>
                <a:off x="1171064" y="4913799"/>
                <a:ext cx="214866" cy="215444"/>
              </a:xfrm>
              <a:prstGeom prst="rect">
                <a:avLst/>
              </a:prstGeom>
              <a:blipFill>
                <a:blip r:embed="rId8"/>
                <a:stretch>
                  <a:fillRect l="-23529" r="-11765"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 name="ZoneTexte 206">
                <a:extLst>
                  <a:ext uri="{FF2B5EF4-FFF2-40B4-BE49-F238E27FC236}">
                    <a16:creationId xmlns:a16="http://schemas.microsoft.com/office/drawing/2014/main" id="{50D240AF-625E-6303-A158-A8AC385C0975}"/>
                  </a:ext>
                </a:extLst>
              </p:cNvPr>
              <p:cNvSpPr txBox="1"/>
              <p:nvPr/>
            </p:nvSpPr>
            <p:spPr>
              <a:xfrm>
                <a:off x="169181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207" name="ZoneTexte 206">
                <a:extLst>
                  <a:ext uri="{FF2B5EF4-FFF2-40B4-BE49-F238E27FC236}">
                    <a16:creationId xmlns:a16="http://schemas.microsoft.com/office/drawing/2014/main" id="{58698741-58A5-E3C7-156E-52F7192F535E}"/>
                  </a:ext>
                </a:extLst>
              </p:cNvPr>
              <p:cNvSpPr txBox="1">
                <a:spLocks noRot="1" noChangeAspect="1" noMove="1" noResize="1" noEditPoints="1" noAdjustHandles="1" noChangeArrowheads="1" noChangeShapeType="1" noTextEdit="1"/>
              </p:cNvSpPr>
              <p:nvPr/>
            </p:nvSpPr>
            <p:spPr>
              <a:xfrm>
                <a:off x="1691817" y="4913799"/>
                <a:ext cx="219034" cy="215444"/>
              </a:xfrm>
              <a:prstGeom prst="rect">
                <a:avLst/>
              </a:prstGeom>
              <a:blipFill>
                <a:blip r:embed="rId9"/>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8" name="ZoneTexte 207">
                <a:extLst>
                  <a:ext uri="{FF2B5EF4-FFF2-40B4-BE49-F238E27FC236}">
                    <a16:creationId xmlns:a16="http://schemas.microsoft.com/office/drawing/2014/main" id="{DC73676F-1158-42A3-FF30-DF883F1D91D3}"/>
                  </a:ext>
                </a:extLst>
              </p:cNvPr>
              <p:cNvSpPr txBox="1"/>
              <p:nvPr/>
            </p:nvSpPr>
            <p:spPr>
              <a:xfrm>
                <a:off x="2272389"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208" name="ZoneTexte 207">
                <a:extLst>
                  <a:ext uri="{FF2B5EF4-FFF2-40B4-BE49-F238E27FC236}">
                    <a16:creationId xmlns:a16="http://schemas.microsoft.com/office/drawing/2014/main" id="{CE6E1F5B-8F50-46EA-338C-DC8EA7F5F55C}"/>
                  </a:ext>
                </a:extLst>
              </p:cNvPr>
              <p:cNvSpPr txBox="1">
                <a:spLocks noRot="1" noChangeAspect="1" noMove="1" noResize="1" noEditPoints="1" noAdjustHandles="1" noChangeArrowheads="1" noChangeShapeType="1" noTextEdit="1"/>
              </p:cNvSpPr>
              <p:nvPr/>
            </p:nvSpPr>
            <p:spPr>
              <a:xfrm>
                <a:off x="2272389" y="4913799"/>
                <a:ext cx="219034" cy="215444"/>
              </a:xfrm>
              <a:prstGeom prst="rect">
                <a:avLst/>
              </a:prstGeom>
              <a:blipFill>
                <a:blip r:embed="rId10"/>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9" name="ZoneTexte 208">
                <a:extLst>
                  <a:ext uri="{FF2B5EF4-FFF2-40B4-BE49-F238E27FC236}">
                    <a16:creationId xmlns:a16="http://schemas.microsoft.com/office/drawing/2014/main" id="{7C5D720E-41CD-23A4-E28B-8E7208B1277D}"/>
                  </a:ext>
                </a:extLst>
              </p:cNvPr>
              <p:cNvSpPr txBox="1"/>
              <p:nvPr/>
            </p:nvSpPr>
            <p:spPr>
              <a:xfrm>
                <a:off x="2772197" y="4913799"/>
                <a:ext cx="21903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209" name="ZoneTexte 208">
                <a:extLst>
                  <a:ext uri="{FF2B5EF4-FFF2-40B4-BE49-F238E27FC236}">
                    <a16:creationId xmlns:a16="http://schemas.microsoft.com/office/drawing/2014/main" id="{5AA8FB6B-D0DC-7424-23D4-F87338E07925}"/>
                  </a:ext>
                </a:extLst>
              </p:cNvPr>
              <p:cNvSpPr txBox="1">
                <a:spLocks noRot="1" noChangeAspect="1" noMove="1" noResize="1" noEditPoints="1" noAdjustHandles="1" noChangeArrowheads="1" noChangeShapeType="1" noTextEdit="1"/>
              </p:cNvSpPr>
              <p:nvPr/>
            </p:nvSpPr>
            <p:spPr>
              <a:xfrm>
                <a:off x="2772197" y="4913799"/>
                <a:ext cx="219034" cy="215444"/>
              </a:xfrm>
              <a:prstGeom prst="rect">
                <a:avLst/>
              </a:prstGeom>
              <a:blipFill>
                <a:blip r:embed="rId11"/>
                <a:stretch>
                  <a:fillRect l="-22222" r="-555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5" name="ZoneTexte 214">
                <a:extLst>
                  <a:ext uri="{FF2B5EF4-FFF2-40B4-BE49-F238E27FC236}">
                    <a16:creationId xmlns:a16="http://schemas.microsoft.com/office/drawing/2014/main" id="{7C1124E7-69E6-5F8A-CD2C-EB2D26B94559}"/>
                  </a:ext>
                </a:extLst>
              </p:cNvPr>
              <p:cNvSpPr txBox="1"/>
              <p:nvPr/>
            </p:nvSpPr>
            <p:spPr>
              <a:xfrm>
                <a:off x="3726728" y="5447041"/>
                <a:ext cx="19864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215" name="ZoneTexte 214">
                <a:extLst>
                  <a:ext uri="{FF2B5EF4-FFF2-40B4-BE49-F238E27FC236}">
                    <a16:creationId xmlns:a16="http://schemas.microsoft.com/office/drawing/2014/main" id="{A6F52F15-DDBC-2B98-3C5E-325DD6E33C2F}"/>
                  </a:ext>
                </a:extLst>
              </p:cNvPr>
              <p:cNvSpPr txBox="1">
                <a:spLocks noRot="1" noChangeAspect="1" noMove="1" noResize="1" noEditPoints="1" noAdjustHandles="1" noChangeArrowheads="1" noChangeShapeType="1" noTextEdit="1"/>
              </p:cNvSpPr>
              <p:nvPr/>
            </p:nvSpPr>
            <p:spPr>
              <a:xfrm>
                <a:off x="3726728" y="5447041"/>
                <a:ext cx="198644" cy="215444"/>
              </a:xfrm>
              <a:prstGeom prst="rect">
                <a:avLst/>
              </a:prstGeom>
              <a:blipFill>
                <a:blip r:embed="rId13"/>
                <a:stretch>
                  <a:fillRect l="-11765" r="-5882" b="-11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9A05637F-E6C1-57C9-2A33-5DD869292A63}"/>
                  </a:ext>
                </a:extLst>
              </p:cNvPr>
              <p:cNvSpPr txBox="1"/>
              <p:nvPr/>
            </p:nvSpPr>
            <p:spPr>
              <a:xfrm>
                <a:off x="136145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3" name="ZoneTexte 2">
                <a:extLst>
                  <a:ext uri="{FF2B5EF4-FFF2-40B4-BE49-F238E27FC236}">
                    <a16:creationId xmlns:a16="http://schemas.microsoft.com/office/drawing/2014/main" id="{9A05637F-E6C1-57C9-2A33-5DD869292A63}"/>
                  </a:ext>
                </a:extLst>
              </p:cNvPr>
              <p:cNvSpPr txBox="1">
                <a:spLocks noRot="1" noChangeAspect="1" noMove="1" noResize="1" noEditPoints="1" noAdjustHandles="1" noChangeArrowheads="1" noChangeShapeType="1" noTextEdit="1"/>
              </p:cNvSpPr>
              <p:nvPr/>
            </p:nvSpPr>
            <p:spPr>
              <a:xfrm>
                <a:off x="1361455" y="3227046"/>
                <a:ext cx="524420" cy="123111"/>
              </a:xfrm>
              <a:prstGeom prst="rect">
                <a:avLst/>
              </a:prstGeom>
              <a:blipFill>
                <a:blip r:embed="rId14"/>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0021B7C9-7A84-36FA-100D-493047A3E769}"/>
                  </a:ext>
                </a:extLst>
              </p:cNvPr>
              <p:cNvSpPr txBox="1"/>
              <p:nvPr/>
            </p:nvSpPr>
            <p:spPr>
              <a:xfrm>
                <a:off x="1885875"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1" name="ZoneTexte 10">
                <a:extLst>
                  <a:ext uri="{FF2B5EF4-FFF2-40B4-BE49-F238E27FC236}">
                    <a16:creationId xmlns:a16="http://schemas.microsoft.com/office/drawing/2014/main" id="{0021B7C9-7A84-36FA-100D-493047A3E769}"/>
                  </a:ext>
                </a:extLst>
              </p:cNvPr>
              <p:cNvSpPr txBox="1">
                <a:spLocks noRot="1" noChangeAspect="1" noMove="1" noResize="1" noEditPoints="1" noAdjustHandles="1" noChangeArrowheads="1" noChangeShapeType="1" noTextEdit="1"/>
              </p:cNvSpPr>
              <p:nvPr/>
            </p:nvSpPr>
            <p:spPr>
              <a:xfrm>
                <a:off x="1885875" y="3227046"/>
                <a:ext cx="524420" cy="123111"/>
              </a:xfrm>
              <a:prstGeom prst="rect">
                <a:avLst/>
              </a:prstGeom>
              <a:blipFill>
                <a:blip r:embed="rId15"/>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878C98FB-371A-A03D-3299-043C856A5D63}"/>
                  </a:ext>
                </a:extLst>
              </p:cNvPr>
              <p:cNvSpPr txBox="1"/>
              <p:nvPr/>
            </p:nvSpPr>
            <p:spPr>
              <a:xfrm>
                <a:off x="2449540"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2" name="ZoneTexte 11">
                <a:extLst>
                  <a:ext uri="{FF2B5EF4-FFF2-40B4-BE49-F238E27FC236}">
                    <a16:creationId xmlns:a16="http://schemas.microsoft.com/office/drawing/2014/main" id="{878C98FB-371A-A03D-3299-043C856A5D63}"/>
                  </a:ext>
                </a:extLst>
              </p:cNvPr>
              <p:cNvSpPr txBox="1">
                <a:spLocks noRot="1" noChangeAspect="1" noMove="1" noResize="1" noEditPoints="1" noAdjustHandles="1" noChangeArrowheads="1" noChangeShapeType="1" noTextEdit="1"/>
              </p:cNvSpPr>
              <p:nvPr/>
            </p:nvSpPr>
            <p:spPr>
              <a:xfrm>
                <a:off x="2449540" y="3227046"/>
                <a:ext cx="524420" cy="123111"/>
              </a:xfrm>
              <a:prstGeom prst="rect">
                <a:avLst/>
              </a:prstGeom>
              <a:blipFill>
                <a:blip r:embed="rId16"/>
                <a:stretch>
                  <a:fillRect t="-9091" b="-363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F509DF6B-F4E7-3E91-2DA4-50425B9D589A}"/>
                  </a:ext>
                </a:extLst>
              </p:cNvPr>
              <p:cNvSpPr txBox="1"/>
              <p:nvPr/>
            </p:nvSpPr>
            <p:spPr>
              <a:xfrm>
                <a:off x="2971677" y="3227046"/>
                <a:ext cx="52442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13" name="ZoneTexte 12">
                <a:extLst>
                  <a:ext uri="{FF2B5EF4-FFF2-40B4-BE49-F238E27FC236}">
                    <a16:creationId xmlns:a16="http://schemas.microsoft.com/office/drawing/2014/main" id="{F509DF6B-F4E7-3E91-2DA4-50425B9D589A}"/>
                  </a:ext>
                </a:extLst>
              </p:cNvPr>
              <p:cNvSpPr txBox="1">
                <a:spLocks noRot="1" noChangeAspect="1" noMove="1" noResize="1" noEditPoints="1" noAdjustHandles="1" noChangeArrowheads="1" noChangeShapeType="1" noTextEdit="1"/>
              </p:cNvSpPr>
              <p:nvPr/>
            </p:nvSpPr>
            <p:spPr>
              <a:xfrm>
                <a:off x="2971677" y="3227046"/>
                <a:ext cx="524420" cy="123111"/>
              </a:xfrm>
              <a:prstGeom prst="rect">
                <a:avLst/>
              </a:prstGeom>
              <a:blipFill>
                <a:blip r:embed="rId17"/>
                <a:stretch>
                  <a:fillRect t="-9091" b="-36364"/>
                </a:stretch>
              </a:blipFill>
            </p:spPr>
            <p:txBody>
              <a:bodyPr/>
              <a:lstStyle/>
              <a:p>
                <a:r>
                  <a:rPr lang="en-GB">
                    <a:noFill/>
                  </a:rPr>
                  <a:t> </a:t>
                </a:r>
              </a:p>
            </p:txBody>
          </p:sp>
        </mc:Fallback>
      </mc:AlternateContent>
      <p:cxnSp>
        <p:nvCxnSpPr>
          <p:cNvPr id="14" name="Connecteur droit avec flèche 13">
            <a:extLst>
              <a:ext uri="{FF2B5EF4-FFF2-40B4-BE49-F238E27FC236}">
                <a16:creationId xmlns:a16="http://schemas.microsoft.com/office/drawing/2014/main" id="{935A9407-7EA0-8D8D-6700-0B39B0F8D4BB}"/>
              </a:ext>
            </a:extLst>
          </p:cNvPr>
          <p:cNvCxnSpPr>
            <a:cxnSpLocks/>
          </p:cNvCxnSpPr>
          <p:nvPr/>
        </p:nvCxnSpPr>
        <p:spPr>
          <a:xfrm flipV="1">
            <a:off x="1385930" y="3154617"/>
            <a:ext cx="2605" cy="252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0D8D7DF1-8239-8112-E70F-E15C2CFE7194}"/>
              </a:ext>
            </a:extLst>
          </p:cNvPr>
          <p:cNvCxnSpPr>
            <a:cxnSpLocks/>
          </p:cNvCxnSpPr>
          <p:nvPr/>
        </p:nvCxnSpPr>
        <p:spPr>
          <a:xfrm flipV="1">
            <a:off x="1910851" y="3154618"/>
            <a:ext cx="2605" cy="50399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123443B6-81CC-B6B5-B28C-2B51C4C4631F}"/>
              </a:ext>
            </a:extLst>
          </p:cNvPr>
          <p:cNvCxnSpPr>
            <a:cxnSpLocks/>
          </p:cNvCxnSpPr>
          <p:nvPr/>
        </p:nvCxnSpPr>
        <p:spPr>
          <a:xfrm flipV="1">
            <a:off x="2483847" y="3154617"/>
            <a:ext cx="2605" cy="86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F1A723E2-96D0-D655-172D-0BDB9316A841}"/>
              </a:ext>
            </a:extLst>
          </p:cNvPr>
          <p:cNvCxnSpPr>
            <a:cxnSpLocks/>
          </p:cNvCxnSpPr>
          <p:nvPr/>
        </p:nvCxnSpPr>
        <p:spPr>
          <a:xfrm flipV="1">
            <a:off x="3003567" y="3154617"/>
            <a:ext cx="2605" cy="1224000"/>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97071237-C5EA-4626-FA0F-96853A62CAC8}"/>
              </a:ext>
            </a:extLst>
          </p:cNvPr>
          <p:cNvCxnSpPr>
            <a:cxnSpLocks/>
          </p:cNvCxnSpPr>
          <p:nvPr/>
        </p:nvCxnSpPr>
        <p:spPr>
          <a:xfrm flipV="1">
            <a:off x="1389447"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1C47A790-87E7-DE46-BC71-F7095B84D875}"/>
              </a:ext>
            </a:extLst>
          </p:cNvPr>
          <p:cNvCxnSpPr>
            <a:cxnSpLocks/>
          </p:cNvCxnSpPr>
          <p:nvPr/>
        </p:nvCxnSpPr>
        <p:spPr>
          <a:xfrm flipV="1">
            <a:off x="1907314" y="2638934"/>
            <a:ext cx="0"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0705D6A4-40D7-36FB-4AE8-5DEA33855D7C}"/>
              </a:ext>
            </a:extLst>
          </p:cNvPr>
          <p:cNvCxnSpPr>
            <a:cxnSpLocks/>
          </p:cNvCxnSpPr>
          <p:nvPr/>
        </p:nvCxnSpPr>
        <p:spPr>
          <a:xfrm flipV="1">
            <a:off x="2485521" y="2638934"/>
            <a:ext cx="2606"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9BB8EAEE-CDAF-47C8-1009-A30810030A41}"/>
              </a:ext>
            </a:extLst>
          </p:cNvPr>
          <p:cNvCxnSpPr>
            <a:cxnSpLocks/>
          </p:cNvCxnSpPr>
          <p:nvPr/>
        </p:nvCxnSpPr>
        <p:spPr>
          <a:xfrm flipV="1">
            <a:off x="2991231" y="2638934"/>
            <a:ext cx="2943" cy="252000"/>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6F3C2E34-1728-CF6D-DE00-93662C8BA36D}"/>
                  </a:ext>
                </a:extLst>
              </p:cNvPr>
              <p:cNvSpPr txBox="1">
                <a:spLocks noChangeAspect="1"/>
              </p:cNvSpPr>
              <p:nvPr/>
            </p:nvSpPr>
            <p:spPr>
              <a:xfrm>
                <a:off x="1289384" y="2407416"/>
                <a:ext cx="281744"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1,3</m:t>
                          </m:r>
                        </m:sub>
                      </m:sSub>
                    </m:oMath>
                  </m:oMathPara>
                </a14:m>
                <a:endParaRPr lang="en-GB" sz="1200" dirty="0"/>
              </a:p>
            </p:txBody>
          </p:sp>
        </mc:Choice>
        <mc:Fallback xmlns="">
          <p:sp>
            <p:nvSpPr>
              <p:cNvPr id="24" name="ZoneTexte 23">
                <a:extLst>
                  <a:ext uri="{FF2B5EF4-FFF2-40B4-BE49-F238E27FC236}">
                    <a16:creationId xmlns:a16="http://schemas.microsoft.com/office/drawing/2014/main" id="{6F3C2E34-1728-CF6D-DE00-93662C8BA36D}"/>
                  </a:ext>
                </a:extLst>
              </p:cNvPr>
              <p:cNvSpPr txBox="1">
                <a:spLocks noRot="1" noChangeAspect="1" noMove="1" noResize="1" noEditPoints="1" noAdjustHandles="1" noChangeArrowheads="1" noChangeShapeType="1" noTextEdit="1"/>
              </p:cNvSpPr>
              <p:nvPr/>
            </p:nvSpPr>
            <p:spPr>
              <a:xfrm>
                <a:off x="1289384" y="2407416"/>
                <a:ext cx="281744" cy="192873"/>
              </a:xfrm>
              <a:prstGeom prst="rect">
                <a:avLst/>
              </a:prstGeom>
              <a:blipFill>
                <a:blip r:embed="rId18"/>
                <a:stretch>
                  <a:fillRect l="-8696" r="-8696"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ADC69859-6A3E-9A28-8E6C-5E6AA43399B1}"/>
                  </a:ext>
                </a:extLst>
              </p:cNvPr>
              <p:cNvSpPr txBox="1">
                <a:spLocks noChangeAspect="1"/>
              </p:cNvSpPr>
              <p:nvPr/>
            </p:nvSpPr>
            <p:spPr>
              <a:xfrm>
                <a:off x="1759720" y="2402388"/>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2,3</m:t>
                          </m:r>
                        </m:sub>
                      </m:sSub>
                    </m:oMath>
                  </m:oMathPara>
                </a14:m>
                <a:endParaRPr lang="en-GB" sz="1200" dirty="0"/>
              </a:p>
            </p:txBody>
          </p:sp>
        </mc:Choice>
        <mc:Fallback xmlns="">
          <p:sp>
            <p:nvSpPr>
              <p:cNvPr id="25" name="ZoneTexte 24">
                <a:extLst>
                  <a:ext uri="{FF2B5EF4-FFF2-40B4-BE49-F238E27FC236}">
                    <a16:creationId xmlns:a16="http://schemas.microsoft.com/office/drawing/2014/main" id="{ADC69859-6A3E-9A28-8E6C-5E6AA43399B1}"/>
                  </a:ext>
                </a:extLst>
              </p:cNvPr>
              <p:cNvSpPr txBox="1">
                <a:spLocks noRot="1" noChangeAspect="1" noMove="1" noResize="1" noEditPoints="1" noAdjustHandles="1" noChangeArrowheads="1" noChangeShapeType="1" noTextEdit="1"/>
              </p:cNvSpPr>
              <p:nvPr/>
            </p:nvSpPr>
            <p:spPr>
              <a:xfrm>
                <a:off x="1759720" y="2402388"/>
                <a:ext cx="285335" cy="192873"/>
              </a:xfrm>
              <a:prstGeom prst="rect">
                <a:avLst/>
              </a:prstGeom>
              <a:blipFill>
                <a:blip r:embed="rId19"/>
                <a:stretch>
                  <a:fillRect l="-8696" r="-8696"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CAE0F4E2-CAD1-5D51-E5EB-061CD5909B6B}"/>
                  </a:ext>
                </a:extLst>
              </p:cNvPr>
              <p:cNvSpPr txBox="1">
                <a:spLocks noChangeAspect="1"/>
              </p:cNvSpPr>
              <p:nvPr/>
            </p:nvSpPr>
            <p:spPr>
              <a:xfrm>
                <a:off x="2300042" y="2427034"/>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3,3</m:t>
                          </m:r>
                        </m:sub>
                      </m:sSub>
                    </m:oMath>
                  </m:oMathPara>
                </a14:m>
                <a:endParaRPr lang="en-GB" sz="1200" dirty="0"/>
              </a:p>
            </p:txBody>
          </p:sp>
        </mc:Choice>
        <mc:Fallback xmlns="">
          <p:sp>
            <p:nvSpPr>
              <p:cNvPr id="26" name="ZoneTexte 25">
                <a:extLst>
                  <a:ext uri="{FF2B5EF4-FFF2-40B4-BE49-F238E27FC236}">
                    <a16:creationId xmlns:a16="http://schemas.microsoft.com/office/drawing/2014/main" id="{CAE0F4E2-CAD1-5D51-E5EB-061CD5909B6B}"/>
                  </a:ext>
                </a:extLst>
              </p:cNvPr>
              <p:cNvSpPr txBox="1">
                <a:spLocks noRot="1" noChangeAspect="1" noMove="1" noResize="1" noEditPoints="1" noAdjustHandles="1" noChangeArrowheads="1" noChangeShapeType="1" noTextEdit="1"/>
              </p:cNvSpPr>
              <p:nvPr/>
            </p:nvSpPr>
            <p:spPr>
              <a:xfrm>
                <a:off x="2300042" y="2427034"/>
                <a:ext cx="285335" cy="192873"/>
              </a:xfrm>
              <a:prstGeom prst="rect">
                <a:avLst/>
              </a:prstGeom>
              <a:blipFill>
                <a:blip r:embed="rId20"/>
                <a:stretch>
                  <a:fillRect l="-4167" r="-4167" b="-6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773E7F9A-B4F2-036E-D3A1-79906FEEF849}"/>
                  </a:ext>
                </a:extLst>
              </p:cNvPr>
              <p:cNvSpPr txBox="1">
                <a:spLocks noChangeAspect="1"/>
              </p:cNvSpPr>
              <p:nvPr/>
            </p:nvSpPr>
            <p:spPr>
              <a:xfrm>
                <a:off x="2840574" y="2430286"/>
                <a:ext cx="285335" cy="1928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4,3</m:t>
                          </m:r>
                        </m:sub>
                      </m:sSub>
                    </m:oMath>
                  </m:oMathPara>
                </a14:m>
                <a:endParaRPr lang="en-GB" sz="1200" dirty="0"/>
              </a:p>
            </p:txBody>
          </p:sp>
        </mc:Choice>
        <mc:Fallback xmlns="">
          <p:sp>
            <p:nvSpPr>
              <p:cNvPr id="27" name="ZoneTexte 26">
                <a:extLst>
                  <a:ext uri="{FF2B5EF4-FFF2-40B4-BE49-F238E27FC236}">
                    <a16:creationId xmlns:a16="http://schemas.microsoft.com/office/drawing/2014/main" id="{773E7F9A-B4F2-036E-D3A1-79906FEEF849}"/>
                  </a:ext>
                </a:extLst>
              </p:cNvPr>
              <p:cNvSpPr txBox="1">
                <a:spLocks noRot="1" noChangeAspect="1" noMove="1" noResize="1" noEditPoints="1" noAdjustHandles="1" noChangeArrowheads="1" noChangeShapeType="1" noTextEdit="1"/>
              </p:cNvSpPr>
              <p:nvPr/>
            </p:nvSpPr>
            <p:spPr>
              <a:xfrm>
                <a:off x="2840574" y="2430286"/>
                <a:ext cx="285335" cy="192873"/>
              </a:xfrm>
              <a:prstGeom prst="rect">
                <a:avLst/>
              </a:prstGeom>
              <a:blipFill>
                <a:blip r:embed="rId21"/>
                <a:stretch>
                  <a:fillRect l="-8333" r="-4167" b="-6250"/>
                </a:stretch>
              </a:blipFill>
            </p:spPr>
            <p:txBody>
              <a:bodyPr/>
              <a:lstStyle/>
              <a:p>
                <a:r>
                  <a:rPr lang="en-GB">
                    <a:noFill/>
                  </a:rPr>
                  <a:t> </a:t>
                </a:r>
              </a:p>
            </p:txBody>
          </p:sp>
        </mc:Fallback>
      </mc:AlternateContent>
      <p:sp>
        <p:nvSpPr>
          <p:cNvPr id="8" name="Accolade fermante 7">
            <a:extLst>
              <a:ext uri="{FF2B5EF4-FFF2-40B4-BE49-F238E27FC236}">
                <a16:creationId xmlns:a16="http://schemas.microsoft.com/office/drawing/2014/main" id="{BD1761B4-1BDD-0557-65F5-AD01DCD840D3}"/>
              </a:ext>
            </a:extLst>
          </p:cNvPr>
          <p:cNvSpPr/>
          <p:nvPr/>
        </p:nvSpPr>
        <p:spPr>
          <a:xfrm>
            <a:off x="3654678" y="2364609"/>
            <a:ext cx="196125" cy="432405"/>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A2924C93-F00B-6125-9B98-78DA3E55A74C}"/>
                  </a:ext>
                </a:extLst>
              </p:cNvPr>
              <p:cNvSpPr txBox="1"/>
              <p:nvPr/>
            </p:nvSpPr>
            <p:spPr>
              <a:xfrm>
                <a:off x="4025841" y="2388360"/>
                <a:ext cx="1257588"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9" name="ZoneTexte 8">
                <a:extLst>
                  <a:ext uri="{FF2B5EF4-FFF2-40B4-BE49-F238E27FC236}">
                    <a16:creationId xmlns:a16="http://schemas.microsoft.com/office/drawing/2014/main" id="{48B5D2C1-062D-0055-02D9-49B117C437EC}"/>
                  </a:ext>
                </a:extLst>
              </p:cNvPr>
              <p:cNvSpPr txBox="1">
                <a:spLocks noRot="1" noChangeAspect="1" noMove="1" noResize="1" noEditPoints="1" noAdjustHandles="1" noChangeArrowheads="1" noChangeShapeType="1" noTextEdit="1"/>
              </p:cNvSpPr>
              <p:nvPr/>
            </p:nvSpPr>
            <p:spPr>
              <a:xfrm>
                <a:off x="4025841" y="2388360"/>
                <a:ext cx="1257588" cy="299313"/>
              </a:xfrm>
              <a:prstGeom prst="rect">
                <a:avLst/>
              </a:prstGeom>
              <a:blipFill>
                <a:blip r:embed="rId22"/>
                <a:stretch>
                  <a:fillRect l="-1980" r="-990" b="-25000"/>
                </a:stretch>
              </a:blipFill>
            </p:spPr>
            <p:txBody>
              <a:bodyPr/>
              <a:lstStyle/>
              <a:p>
                <a:r>
                  <a:rPr lang="en-GB">
                    <a:noFill/>
                  </a:rPr>
                  <a:t> </a:t>
                </a:r>
              </a:p>
            </p:txBody>
          </p:sp>
        </mc:Fallback>
      </mc:AlternateContent>
      <p:cxnSp>
        <p:nvCxnSpPr>
          <p:cNvPr id="31" name="Connecteur en angle 30">
            <a:extLst>
              <a:ext uri="{FF2B5EF4-FFF2-40B4-BE49-F238E27FC236}">
                <a16:creationId xmlns:a16="http://schemas.microsoft.com/office/drawing/2014/main" id="{91AAB05B-5B47-1DE1-080B-F5BE59573818}"/>
              </a:ext>
            </a:extLst>
          </p:cNvPr>
          <p:cNvCxnSpPr>
            <a:cxnSpLocks/>
            <a:endCxn id="142" idx="1"/>
          </p:cNvCxnSpPr>
          <p:nvPr/>
        </p:nvCxnSpPr>
        <p:spPr>
          <a:xfrm rot="16200000" flipH="1">
            <a:off x="3055476" y="4214434"/>
            <a:ext cx="3064910" cy="230070"/>
          </a:xfrm>
          <a:prstGeom prst="bentConnector2">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60E90381-332A-520E-BE3A-69F9C70A06DA}"/>
              </a:ext>
            </a:extLst>
          </p:cNvPr>
          <p:cNvCxnSpPr>
            <a:cxnSpLocks/>
          </p:cNvCxnSpPr>
          <p:nvPr/>
        </p:nvCxnSpPr>
        <p:spPr>
          <a:xfrm rot="60000" flipV="1">
            <a:off x="3115947" y="5458226"/>
            <a:ext cx="1620227" cy="10965"/>
          </a:xfrm>
          <a:prstGeom prst="straightConnector1">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5" name="ZoneTexte 34">
            <a:extLst>
              <a:ext uri="{FF2B5EF4-FFF2-40B4-BE49-F238E27FC236}">
                <a16:creationId xmlns:a16="http://schemas.microsoft.com/office/drawing/2014/main" id="{0787EB6A-8C3E-6D99-44A2-CB72C1411839}"/>
              </a:ext>
            </a:extLst>
          </p:cNvPr>
          <p:cNvSpPr txBox="1"/>
          <p:nvPr/>
        </p:nvSpPr>
        <p:spPr>
          <a:xfrm>
            <a:off x="6969221" y="6122154"/>
            <a:ext cx="789177" cy="215444"/>
          </a:xfrm>
          <a:prstGeom prst="rect">
            <a:avLst/>
          </a:prstGeom>
          <a:noFill/>
          <a:ln>
            <a:noFill/>
          </a:ln>
        </p:spPr>
        <p:txBody>
          <a:bodyPr wrap="square" rtlCol="0">
            <a:spAutoFit/>
          </a:bodyPr>
          <a:lstStyle/>
          <a:p>
            <a:pPr algn="r"/>
            <a:r>
              <a:rPr lang="en-GB" sz="800" noProof="1">
                <a:solidFill>
                  <a:schemeClr val="accent2"/>
                </a:solidFill>
              </a:rPr>
              <a:t>Concatenate</a:t>
            </a:r>
          </a:p>
        </p:txBody>
      </p:sp>
      <p:cxnSp>
        <p:nvCxnSpPr>
          <p:cNvPr id="37" name="Connecteur en arc 36">
            <a:extLst>
              <a:ext uri="{FF2B5EF4-FFF2-40B4-BE49-F238E27FC236}">
                <a16:creationId xmlns:a16="http://schemas.microsoft.com/office/drawing/2014/main" id="{643CAB46-39C9-9D85-8DD1-5C7855E3E446}"/>
              </a:ext>
            </a:extLst>
          </p:cNvPr>
          <p:cNvCxnSpPr>
            <a:cxnSpLocks/>
          </p:cNvCxnSpPr>
          <p:nvPr/>
        </p:nvCxnSpPr>
        <p:spPr>
          <a:xfrm rot="16200000" flipV="1">
            <a:off x="7480912" y="6064261"/>
            <a:ext cx="283573" cy="105710"/>
          </a:xfrm>
          <a:prstGeom prst="curvedConnector3">
            <a:avLst>
              <a:gd name="adj1" fmla="val 50000"/>
            </a:avLst>
          </a:prstGeom>
          <a:ln>
            <a:solidFill>
              <a:schemeClr val="accent2">
                <a:alpha val="50000"/>
              </a:schemeClr>
            </a:solidFill>
            <a:tailEnd type="triangle"/>
          </a:ln>
        </p:spPr>
        <p:style>
          <a:lnRef idx="2">
            <a:schemeClr val="accent2"/>
          </a:lnRef>
          <a:fillRef idx="0">
            <a:schemeClr val="accent2"/>
          </a:fillRef>
          <a:effectRef idx="1">
            <a:schemeClr val="accent2"/>
          </a:effectRef>
          <a:fontRef idx="minor">
            <a:schemeClr val="tx1"/>
          </a:fontRef>
        </p:style>
      </p:cxnSp>
      <p:pic>
        <p:nvPicPr>
          <p:cNvPr id="57" name="Graphique 56" descr="Graphique à barres avec un remplissage uni">
            <a:extLst>
              <a:ext uri="{FF2B5EF4-FFF2-40B4-BE49-F238E27FC236}">
                <a16:creationId xmlns:a16="http://schemas.microsoft.com/office/drawing/2014/main" id="{A5351945-1EE6-7964-1B73-EE4A97927F00}"/>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740824" y="4013693"/>
            <a:ext cx="277826" cy="277826"/>
          </a:xfrm>
          <a:prstGeom prst="rect">
            <a:avLst/>
          </a:prstGeom>
        </p:spPr>
      </p:pic>
      <p:cxnSp>
        <p:nvCxnSpPr>
          <p:cNvPr id="59" name="Connecteur droit avec flèche 58">
            <a:extLst>
              <a:ext uri="{FF2B5EF4-FFF2-40B4-BE49-F238E27FC236}">
                <a16:creationId xmlns:a16="http://schemas.microsoft.com/office/drawing/2014/main" id="{F5351C30-7A68-AD56-CE15-2571E2622852}"/>
              </a:ext>
            </a:extLst>
          </p:cNvPr>
          <p:cNvCxnSpPr>
            <a:cxnSpLocks/>
          </p:cNvCxnSpPr>
          <p:nvPr/>
        </p:nvCxnSpPr>
        <p:spPr>
          <a:xfrm flipV="1">
            <a:off x="4868684" y="4315186"/>
            <a:ext cx="3615" cy="774658"/>
          </a:xfrm>
          <a:prstGeom prst="straightConnector1">
            <a:avLst/>
          </a:prstGeom>
          <a:noFill/>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7C9E1BF4-A765-C189-CC00-ECE75DA16D90}"/>
                  </a:ext>
                </a:extLst>
              </p:cNvPr>
              <p:cNvSpPr txBox="1"/>
              <p:nvPr/>
            </p:nvSpPr>
            <p:spPr>
              <a:xfrm>
                <a:off x="5181218" y="5447041"/>
                <a:ext cx="19447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43" name="ZoneTexte 42">
                <a:extLst>
                  <a:ext uri="{FF2B5EF4-FFF2-40B4-BE49-F238E27FC236}">
                    <a16:creationId xmlns:a16="http://schemas.microsoft.com/office/drawing/2014/main" id="{113DBAE6-1C57-1873-91C4-923A1BD9182A}"/>
                  </a:ext>
                </a:extLst>
              </p:cNvPr>
              <p:cNvSpPr txBox="1">
                <a:spLocks noRot="1" noChangeAspect="1" noMove="1" noResize="1" noEditPoints="1" noAdjustHandles="1" noChangeArrowheads="1" noChangeShapeType="1" noTextEdit="1"/>
              </p:cNvSpPr>
              <p:nvPr/>
            </p:nvSpPr>
            <p:spPr>
              <a:xfrm>
                <a:off x="5181218" y="5447041"/>
                <a:ext cx="194476" cy="215444"/>
              </a:xfrm>
              <a:prstGeom prst="rect">
                <a:avLst/>
              </a:prstGeom>
              <a:blipFill>
                <a:blip r:embed="rId25"/>
                <a:stretch>
                  <a:fillRect l="-18750" r="-6250" b="-11765"/>
                </a:stretch>
              </a:blipFill>
            </p:spPr>
            <p:txBody>
              <a:bodyPr/>
              <a:lstStyle/>
              <a:p>
                <a:r>
                  <a:rPr lang="en-GB">
                    <a:noFill/>
                  </a:rPr>
                  <a:t> </a:t>
                </a:r>
              </a:p>
            </p:txBody>
          </p:sp>
        </mc:Fallback>
      </mc:AlternateContent>
      <p:sp>
        <p:nvSpPr>
          <p:cNvPr id="44" name="Rectangle : coins arrondis 43">
            <a:extLst>
              <a:ext uri="{FF2B5EF4-FFF2-40B4-BE49-F238E27FC236}">
                <a16:creationId xmlns:a16="http://schemas.microsoft.com/office/drawing/2014/main" id="{69DA906E-C2EC-6CD0-F7B9-03A255517B82}"/>
              </a:ext>
            </a:extLst>
          </p:cNvPr>
          <p:cNvSpPr/>
          <p:nvPr/>
        </p:nvSpPr>
        <p:spPr>
          <a:xfrm>
            <a:off x="5838104" y="5151608"/>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6" name="Connecteur droit avec flèche 45">
            <a:extLst>
              <a:ext uri="{FF2B5EF4-FFF2-40B4-BE49-F238E27FC236}">
                <a16:creationId xmlns:a16="http://schemas.microsoft.com/office/drawing/2014/main" id="{FFD6F31D-6845-4C45-2526-4CD4E258319A}"/>
              </a:ext>
            </a:extLst>
          </p:cNvPr>
          <p:cNvCxnSpPr>
            <a:cxnSpLocks/>
          </p:cNvCxnSpPr>
          <p:nvPr/>
        </p:nvCxnSpPr>
        <p:spPr>
          <a:xfrm flipH="1" flipV="1">
            <a:off x="5964307" y="5612724"/>
            <a:ext cx="1657" cy="208466"/>
          </a:xfrm>
          <a:prstGeom prst="straightConnector1">
            <a:avLst/>
          </a:prstGeom>
          <a:noFill/>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CE76BF8A-70E1-ABF7-D163-F0553C7473A6}"/>
                  </a:ext>
                </a:extLst>
              </p:cNvPr>
              <p:cNvSpPr txBox="1"/>
              <p:nvPr/>
            </p:nvSpPr>
            <p:spPr>
              <a:xfrm>
                <a:off x="5915646" y="5793233"/>
                <a:ext cx="129972"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𝑎𝑧</m:t>
                      </m:r>
                    </m:oMath>
                  </m:oMathPara>
                </a14:m>
                <a:endParaRPr lang="fr-FR" sz="800" b="0" dirty="0"/>
              </a:p>
            </p:txBody>
          </p:sp>
        </mc:Choice>
        <mc:Fallback xmlns="">
          <p:sp>
            <p:nvSpPr>
              <p:cNvPr id="47" name="ZoneTexte 46">
                <a:extLst>
                  <a:ext uri="{FF2B5EF4-FFF2-40B4-BE49-F238E27FC236}">
                    <a16:creationId xmlns:a16="http://schemas.microsoft.com/office/drawing/2014/main" id="{D146E23E-E28B-B0B4-BF80-AFA0BFB85105}"/>
                  </a:ext>
                </a:extLst>
              </p:cNvPr>
              <p:cNvSpPr txBox="1">
                <a:spLocks noRot="1" noChangeAspect="1" noMove="1" noResize="1" noEditPoints="1" noAdjustHandles="1" noChangeArrowheads="1" noChangeShapeType="1" noTextEdit="1"/>
              </p:cNvSpPr>
              <p:nvPr/>
            </p:nvSpPr>
            <p:spPr>
              <a:xfrm>
                <a:off x="5915646" y="5793233"/>
                <a:ext cx="129972" cy="123111"/>
              </a:xfrm>
              <a:prstGeom prst="rect">
                <a:avLst/>
              </a:prstGeom>
              <a:blipFill>
                <a:blip r:embed="rId26"/>
                <a:stretch>
                  <a:fillRect l="-16667"/>
                </a:stretch>
              </a:blipFill>
            </p:spPr>
            <p:txBody>
              <a:bodyPr/>
              <a:lstStyle/>
              <a:p>
                <a:r>
                  <a:rPr lang="en-GB">
                    <a:noFill/>
                  </a:rPr>
                  <a:t> </a:t>
                </a:r>
              </a:p>
            </p:txBody>
          </p:sp>
        </mc:Fallback>
      </mc:AlternateContent>
      <p:cxnSp>
        <p:nvCxnSpPr>
          <p:cNvPr id="55" name="Connecteur en angle 54">
            <a:extLst>
              <a:ext uri="{FF2B5EF4-FFF2-40B4-BE49-F238E27FC236}">
                <a16:creationId xmlns:a16="http://schemas.microsoft.com/office/drawing/2014/main" id="{1D016F29-DC9B-9483-C6C9-74B33AD9D6C8}"/>
              </a:ext>
            </a:extLst>
          </p:cNvPr>
          <p:cNvCxnSpPr>
            <a:cxnSpLocks/>
          </p:cNvCxnSpPr>
          <p:nvPr/>
        </p:nvCxnSpPr>
        <p:spPr>
          <a:xfrm rot="16200000" flipH="1">
            <a:off x="4456453" y="2981552"/>
            <a:ext cx="3184913" cy="2788548"/>
          </a:xfrm>
          <a:prstGeom prst="bentConnector2">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56" name="Connecteur en arc 55">
            <a:extLst>
              <a:ext uri="{FF2B5EF4-FFF2-40B4-BE49-F238E27FC236}">
                <a16:creationId xmlns:a16="http://schemas.microsoft.com/office/drawing/2014/main" id="{2402C9FA-45BA-2418-AB4B-2540400BEB58}"/>
              </a:ext>
            </a:extLst>
          </p:cNvPr>
          <p:cNvCxnSpPr>
            <a:cxnSpLocks/>
            <a:endCxn id="58" idx="1"/>
          </p:cNvCxnSpPr>
          <p:nvPr/>
        </p:nvCxnSpPr>
        <p:spPr>
          <a:xfrm rot="16200000" flipH="1">
            <a:off x="5852591" y="4281994"/>
            <a:ext cx="2620310" cy="560874"/>
          </a:xfrm>
          <a:prstGeom prst="curvedConnector2">
            <a:avLst/>
          </a:prstGeom>
          <a:ln w="15875" cap="flat" cmpd="sng" algn="ctr">
            <a:solidFill>
              <a:schemeClr val="accent2">
                <a:alpha val="7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Connecteur droit avec flèche 27">
            <a:extLst>
              <a:ext uri="{FF2B5EF4-FFF2-40B4-BE49-F238E27FC236}">
                <a16:creationId xmlns:a16="http://schemas.microsoft.com/office/drawing/2014/main" id="{1A39D097-85BD-8CEB-D3AA-8E74C3A8953B}"/>
              </a:ext>
            </a:extLst>
          </p:cNvPr>
          <p:cNvCxnSpPr>
            <a:cxnSpLocks/>
            <a:stCxn id="29" idx="0"/>
          </p:cNvCxnSpPr>
          <p:nvPr/>
        </p:nvCxnSpPr>
        <p:spPr>
          <a:xfrm flipV="1">
            <a:off x="5959415" y="3252276"/>
            <a:ext cx="3615" cy="759269"/>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29" name="Graphique 28" descr="Graphique à barres avec un remplissage uni">
            <a:extLst>
              <a:ext uri="{FF2B5EF4-FFF2-40B4-BE49-F238E27FC236}">
                <a16:creationId xmlns:a16="http://schemas.microsoft.com/office/drawing/2014/main" id="{0E2CFF62-01D5-3FD2-49B9-982B3EB1D40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820502" y="4011545"/>
            <a:ext cx="277826" cy="277826"/>
          </a:xfrm>
          <a:prstGeom prst="rect">
            <a:avLst/>
          </a:prstGeom>
        </p:spPr>
      </p:pic>
      <p:cxnSp>
        <p:nvCxnSpPr>
          <p:cNvPr id="30" name="Connecteur droit avec flèche 29">
            <a:extLst>
              <a:ext uri="{FF2B5EF4-FFF2-40B4-BE49-F238E27FC236}">
                <a16:creationId xmlns:a16="http://schemas.microsoft.com/office/drawing/2014/main" id="{187F5DA2-1907-9933-6E87-2B6E9A47303B}"/>
              </a:ext>
            </a:extLst>
          </p:cNvPr>
          <p:cNvCxnSpPr>
            <a:cxnSpLocks/>
          </p:cNvCxnSpPr>
          <p:nvPr/>
        </p:nvCxnSpPr>
        <p:spPr>
          <a:xfrm flipV="1">
            <a:off x="5948362" y="4313038"/>
            <a:ext cx="3615" cy="774658"/>
          </a:xfrm>
          <a:prstGeom prst="straightConnector1">
            <a:avLst/>
          </a:prstGeom>
          <a:noFill/>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40DBEF88-1B88-BF85-42B3-F807B528A2B4}"/>
                  </a:ext>
                </a:extLst>
              </p:cNvPr>
              <p:cNvSpPr txBox="1"/>
              <p:nvPr/>
            </p:nvSpPr>
            <p:spPr>
              <a:xfrm>
                <a:off x="5646526" y="3131313"/>
                <a:ext cx="622606"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i="1">
                          <a:latin typeface="Cambria Math" panose="02040503050406030204" pitchFamily="18" charset="0"/>
                        </a:rPr>
                        <m:t>𝑎𝑘𝑘𝑢𝑚𝑢𝑙</m:t>
                      </m:r>
                      <m:r>
                        <a:rPr lang="fr-FR" sz="800" i="1">
                          <a:latin typeface="Cambria Math" panose="02040503050406030204" pitchFamily="18" charset="0"/>
                        </a:rPr>
                        <m:t>à</m:t>
                      </m:r>
                      <m:r>
                        <a:rPr lang="fr-FR" sz="800" i="1">
                          <a:latin typeface="Cambria Math" panose="02040503050406030204" pitchFamily="18" charset="0"/>
                        </a:rPr>
                        <m:t>𝑡𝑜𝑟</m:t>
                      </m:r>
                    </m:oMath>
                  </m:oMathPara>
                </a14:m>
                <a:endParaRPr lang="en-GB" sz="800" dirty="0"/>
              </a:p>
            </p:txBody>
          </p:sp>
        </mc:Choice>
        <mc:Fallback xmlns="">
          <p:sp>
            <p:nvSpPr>
              <p:cNvPr id="32" name="ZoneTexte 31">
                <a:extLst>
                  <a:ext uri="{FF2B5EF4-FFF2-40B4-BE49-F238E27FC236}">
                    <a16:creationId xmlns:a16="http://schemas.microsoft.com/office/drawing/2014/main" id="{40DBEF88-1B88-BF85-42B3-F807B528A2B4}"/>
                  </a:ext>
                </a:extLst>
              </p:cNvPr>
              <p:cNvSpPr txBox="1">
                <a:spLocks noRot="1" noChangeAspect="1" noMove="1" noResize="1" noEditPoints="1" noAdjustHandles="1" noChangeArrowheads="1" noChangeShapeType="1" noTextEdit="1"/>
              </p:cNvSpPr>
              <p:nvPr/>
            </p:nvSpPr>
            <p:spPr>
              <a:xfrm>
                <a:off x="5646526" y="3131313"/>
                <a:ext cx="622606" cy="123111"/>
              </a:xfrm>
              <a:prstGeom prst="rect">
                <a:avLst/>
              </a:prstGeom>
              <a:blipFill>
                <a:blip r:embed="rId27"/>
                <a:stretch>
                  <a:fillRect l="-6000" t="-9091" r="-2000"/>
                </a:stretch>
              </a:blipFill>
            </p:spPr>
            <p:txBody>
              <a:bodyPr/>
              <a:lstStyle/>
              <a:p>
                <a:r>
                  <a:rPr lang="en-GB">
                    <a:noFill/>
                  </a:rPr>
                  <a:t> </a:t>
                </a:r>
              </a:p>
            </p:txBody>
          </p:sp>
        </mc:Fallback>
      </mc:AlternateContent>
      <p:sp>
        <p:nvSpPr>
          <p:cNvPr id="19" name="Rectangle : coins arrondis 18">
            <a:extLst>
              <a:ext uri="{FF2B5EF4-FFF2-40B4-BE49-F238E27FC236}">
                <a16:creationId xmlns:a16="http://schemas.microsoft.com/office/drawing/2014/main" id="{8C426E9F-F280-4106-B204-C207E643A036}"/>
              </a:ext>
            </a:extLst>
          </p:cNvPr>
          <p:cNvSpPr/>
          <p:nvPr/>
        </p:nvSpPr>
        <p:spPr>
          <a:xfrm>
            <a:off x="6701624" y="5159855"/>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20" name="Connecteur droit avec flèche 19">
            <a:extLst>
              <a:ext uri="{FF2B5EF4-FFF2-40B4-BE49-F238E27FC236}">
                <a16:creationId xmlns:a16="http://schemas.microsoft.com/office/drawing/2014/main" id="{150F77E7-2465-3E89-69BA-E205B0C3D8E6}"/>
              </a:ext>
            </a:extLst>
          </p:cNvPr>
          <p:cNvCxnSpPr>
            <a:cxnSpLocks/>
          </p:cNvCxnSpPr>
          <p:nvPr/>
        </p:nvCxnSpPr>
        <p:spPr>
          <a:xfrm flipH="1" flipV="1">
            <a:off x="6827827" y="5620971"/>
            <a:ext cx="1657" cy="208466"/>
          </a:xfrm>
          <a:prstGeom prst="straightConnector1">
            <a:avLst/>
          </a:prstGeom>
          <a:noFill/>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5484F49F-9D15-AF8F-4372-A2629C73F21B}"/>
              </a:ext>
            </a:extLst>
          </p:cNvPr>
          <p:cNvCxnSpPr>
            <a:cxnSpLocks/>
            <a:stCxn id="39" idx="0"/>
          </p:cNvCxnSpPr>
          <p:nvPr/>
        </p:nvCxnSpPr>
        <p:spPr>
          <a:xfrm flipV="1">
            <a:off x="6822935" y="3260523"/>
            <a:ext cx="3615" cy="759269"/>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39" name="Graphique 38" descr="Graphique à barres avec un remplissage uni">
            <a:extLst>
              <a:ext uri="{FF2B5EF4-FFF2-40B4-BE49-F238E27FC236}">
                <a16:creationId xmlns:a16="http://schemas.microsoft.com/office/drawing/2014/main" id="{FF22225B-C9C3-0C65-F0EC-682D0FB6135B}"/>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684022" y="4019792"/>
            <a:ext cx="277826" cy="277826"/>
          </a:xfrm>
          <a:prstGeom prst="rect">
            <a:avLst/>
          </a:prstGeom>
        </p:spPr>
      </p:pic>
      <p:cxnSp>
        <p:nvCxnSpPr>
          <p:cNvPr id="40" name="Connecteur droit avec flèche 39">
            <a:extLst>
              <a:ext uri="{FF2B5EF4-FFF2-40B4-BE49-F238E27FC236}">
                <a16:creationId xmlns:a16="http://schemas.microsoft.com/office/drawing/2014/main" id="{EDD6D560-9BE6-732A-4746-81120B833D00}"/>
              </a:ext>
            </a:extLst>
          </p:cNvPr>
          <p:cNvCxnSpPr>
            <a:cxnSpLocks/>
          </p:cNvCxnSpPr>
          <p:nvPr/>
        </p:nvCxnSpPr>
        <p:spPr>
          <a:xfrm flipV="1">
            <a:off x="6811882" y="4321285"/>
            <a:ext cx="3615" cy="774658"/>
          </a:xfrm>
          <a:prstGeom prst="straightConnector1">
            <a:avLst/>
          </a:prstGeom>
          <a:noFill/>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E1FC5BA2-C84D-6FCA-0E16-C659AD65DC26}"/>
                  </a:ext>
                </a:extLst>
              </p:cNvPr>
              <p:cNvSpPr txBox="1"/>
              <p:nvPr/>
            </p:nvSpPr>
            <p:spPr>
              <a:xfrm>
                <a:off x="6587311" y="3139560"/>
                <a:ext cx="468077"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i="1">
                          <a:latin typeface="Cambria Math" panose="02040503050406030204" pitchFamily="18" charset="0"/>
                        </a:rPr>
                        <m:t>𝑙𝑒𝑚𝑒𝑢𝑟</m:t>
                      </m:r>
                      <m:r>
                        <m:rPr>
                          <m:nor/>
                        </m:rPr>
                        <a:rPr lang="en-GB" sz="800" dirty="0"/>
                        <m:t>ü</m:t>
                      </m:r>
                      <m:r>
                        <m:rPr>
                          <m:nor/>
                        </m:rPr>
                        <a:rPr lang="en-GB" sz="800" dirty="0"/>
                        <m:t>lt</m:t>
                      </m:r>
                    </m:oMath>
                  </m:oMathPara>
                </a14:m>
                <a:endParaRPr lang="fr-FR" sz="800" dirty="0"/>
              </a:p>
            </p:txBody>
          </p:sp>
        </mc:Choice>
        <mc:Fallback xmlns="">
          <p:sp>
            <p:nvSpPr>
              <p:cNvPr id="41" name="ZoneTexte 40">
                <a:extLst>
                  <a:ext uri="{FF2B5EF4-FFF2-40B4-BE49-F238E27FC236}">
                    <a16:creationId xmlns:a16="http://schemas.microsoft.com/office/drawing/2014/main" id="{E1FC5BA2-C84D-6FCA-0E16-C659AD65DC26}"/>
                  </a:ext>
                </a:extLst>
              </p:cNvPr>
              <p:cNvSpPr txBox="1">
                <a:spLocks noRot="1" noChangeAspect="1" noMove="1" noResize="1" noEditPoints="1" noAdjustHandles="1" noChangeArrowheads="1" noChangeShapeType="1" noTextEdit="1"/>
              </p:cNvSpPr>
              <p:nvPr/>
            </p:nvSpPr>
            <p:spPr>
              <a:xfrm>
                <a:off x="6587311" y="3139560"/>
                <a:ext cx="468077" cy="123111"/>
              </a:xfrm>
              <a:prstGeom prst="rect">
                <a:avLst/>
              </a:prstGeom>
              <a:blipFill>
                <a:blip r:embed="rId28"/>
                <a:stretch>
                  <a:fillRect l="-7895" t="-10000" r="-2632"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8650BD2D-F28A-53C9-98F9-6A7C2AAFBDB4}"/>
                  </a:ext>
                </a:extLst>
              </p:cNvPr>
              <p:cNvSpPr txBox="1"/>
              <p:nvPr/>
            </p:nvSpPr>
            <p:spPr>
              <a:xfrm>
                <a:off x="6536242" y="5807182"/>
                <a:ext cx="622606"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i="1">
                          <a:latin typeface="Cambria Math" panose="02040503050406030204" pitchFamily="18" charset="0"/>
                        </a:rPr>
                        <m:t>𝑎𝑘𝑘𝑢𝑚𝑢𝑙</m:t>
                      </m:r>
                      <m:r>
                        <a:rPr lang="fr-FR" sz="800" i="1">
                          <a:latin typeface="Cambria Math" panose="02040503050406030204" pitchFamily="18" charset="0"/>
                        </a:rPr>
                        <m:t>à</m:t>
                      </m:r>
                      <m:r>
                        <a:rPr lang="fr-FR" sz="800" i="1">
                          <a:latin typeface="Cambria Math" panose="02040503050406030204" pitchFamily="18" charset="0"/>
                        </a:rPr>
                        <m:t>𝑡𝑜𝑟</m:t>
                      </m:r>
                    </m:oMath>
                  </m:oMathPara>
                </a14:m>
                <a:endParaRPr lang="en-GB" sz="800" dirty="0"/>
              </a:p>
            </p:txBody>
          </p:sp>
        </mc:Choice>
        <mc:Fallback xmlns="">
          <p:sp>
            <p:nvSpPr>
              <p:cNvPr id="45" name="ZoneTexte 44">
                <a:extLst>
                  <a:ext uri="{FF2B5EF4-FFF2-40B4-BE49-F238E27FC236}">
                    <a16:creationId xmlns:a16="http://schemas.microsoft.com/office/drawing/2014/main" id="{8650BD2D-F28A-53C9-98F9-6A7C2AAFBDB4}"/>
                  </a:ext>
                </a:extLst>
              </p:cNvPr>
              <p:cNvSpPr txBox="1">
                <a:spLocks noRot="1" noChangeAspect="1" noMove="1" noResize="1" noEditPoints="1" noAdjustHandles="1" noChangeArrowheads="1" noChangeShapeType="1" noTextEdit="1"/>
              </p:cNvSpPr>
              <p:nvPr/>
            </p:nvSpPr>
            <p:spPr>
              <a:xfrm>
                <a:off x="6536242" y="5807182"/>
                <a:ext cx="622606" cy="123111"/>
              </a:xfrm>
              <a:prstGeom prst="rect">
                <a:avLst/>
              </a:prstGeom>
              <a:blipFill>
                <a:blip r:embed="rId29"/>
                <a:stretch>
                  <a:fillRect l="-6000" t="-9091" r="-2000"/>
                </a:stretch>
              </a:blipFill>
            </p:spPr>
            <p:txBody>
              <a:bodyPr/>
              <a:lstStyle/>
              <a:p>
                <a:r>
                  <a:rPr lang="en-GB">
                    <a:noFill/>
                  </a:rPr>
                  <a:t> </a:t>
                </a:r>
              </a:p>
            </p:txBody>
          </p:sp>
        </mc:Fallback>
      </mc:AlternateContent>
      <p:sp>
        <p:nvSpPr>
          <p:cNvPr id="48" name="Rectangle : coins arrondis 47">
            <a:extLst>
              <a:ext uri="{FF2B5EF4-FFF2-40B4-BE49-F238E27FC236}">
                <a16:creationId xmlns:a16="http://schemas.microsoft.com/office/drawing/2014/main" id="{1344BFC8-EC02-9414-1EB7-33580CDFA9D3}"/>
              </a:ext>
            </a:extLst>
          </p:cNvPr>
          <p:cNvSpPr/>
          <p:nvPr/>
        </p:nvSpPr>
        <p:spPr>
          <a:xfrm>
            <a:off x="7519140" y="5159073"/>
            <a:ext cx="233968" cy="453615"/>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49" name="Connecteur droit avec flèche 48">
            <a:extLst>
              <a:ext uri="{FF2B5EF4-FFF2-40B4-BE49-F238E27FC236}">
                <a16:creationId xmlns:a16="http://schemas.microsoft.com/office/drawing/2014/main" id="{A6F9CD32-B9A1-B71F-1FC0-9BCD1B74F8CA}"/>
              </a:ext>
            </a:extLst>
          </p:cNvPr>
          <p:cNvCxnSpPr>
            <a:cxnSpLocks/>
          </p:cNvCxnSpPr>
          <p:nvPr/>
        </p:nvCxnSpPr>
        <p:spPr>
          <a:xfrm flipH="1" flipV="1">
            <a:off x="7645343" y="5620189"/>
            <a:ext cx="1657" cy="208466"/>
          </a:xfrm>
          <a:prstGeom prst="straightConnector1">
            <a:avLst/>
          </a:prstGeom>
          <a:noFill/>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D633CD94-5380-53C0-7350-87902EADD992}"/>
              </a:ext>
            </a:extLst>
          </p:cNvPr>
          <p:cNvCxnSpPr>
            <a:cxnSpLocks/>
            <a:stCxn id="51" idx="0"/>
          </p:cNvCxnSpPr>
          <p:nvPr/>
        </p:nvCxnSpPr>
        <p:spPr>
          <a:xfrm flipV="1">
            <a:off x="7640451" y="3259741"/>
            <a:ext cx="3615" cy="759269"/>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51" name="Graphique 50" descr="Graphique à barres avec un remplissage uni">
            <a:extLst>
              <a:ext uri="{FF2B5EF4-FFF2-40B4-BE49-F238E27FC236}">
                <a16:creationId xmlns:a16="http://schemas.microsoft.com/office/drawing/2014/main" id="{96FF7609-809D-6548-88D1-7FE5D15ED068}"/>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501538" y="4019010"/>
            <a:ext cx="277826" cy="277826"/>
          </a:xfrm>
          <a:prstGeom prst="rect">
            <a:avLst/>
          </a:prstGeom>
        </p:spPr>
      </p:pic>
      <p:cxnSp>
        <p:nvCxnSpPr>
          <p:cNvPr id="52" name="Connecteur droit avec flèche 51">
            <a:extLst>
              <a:ext uri="{FF2B5EF4-FFF2-40B4-BE49-F238E27FC236}">
                <a16:creationId xmlns:a16="http://schemas.microsoft.com/office/drawing/2014/main" id="{F936AA68-AA81-ABCD-FD67-9BA6E0640CE9}"/>
              </a:ext>
            </a:extLst>
          </p:cNvPr>
          <p:cNvCxnSpPr>
            <a:cxnSpLocks/>
          </p:cNvCxnSpPr>
          <p:nvPr/>
        </p:nvCxnSpPr>
        <p:spPr>
          <a:xfrm flipV="1">
            <a:off x="7629398" y="4320503"/>
            <a:ext cx="3615" cy="774658"/>
          </a:xfrm>
          <a:prstGeom prst="straightConnector1">
            <a:avLst/>
          </a:prstGeom>
          <a:noFill/>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A57F6592-4F36-2E36-59E8-08C4E5E378A9}"/>
                  </a:ext>
                </a:extLst>
              </p:cNvPr>
              <p:cNvSpPr txBox="1"/>
              <p:nvPr/>
            </p:nvSpPr>
            <p:spPr>
              <a:xfrm>
                <a:off x="7445584" y="3138778"/>
                <a:ext cx="404854"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&lt;</m:t>
                      </m:r>
                      <m:r>
                        <a:rPr lang="fr-FR" sz="800" b="0" i="1" smtClean="0">
                          <a:latin typeface="Cambria Math" panose="02040503050406030204" pitchFamily="18" charset="0"/>
                        </a:rPr>
                        <m:t>𝑒𝑛𝑑</m:t>
                      </m:r>
                      <m:r>
                        <a:rPr lang="fr-FR" sz="800" b="0" i="1" smtClean="0">
                          <a:latin typeface="Cambria Math" panose="02040503050406030204" pitchFamily="18" charset="0"/>
                        </a:rPr>
                        <m:t>&gt;</m:t>
                      </m:r>
                    </m:oMath>
                  </m:oMathPara>
                </a14:m>
                <a:endParaRPr lang="fr-FR" sz="800" dirty="0"/>
              </a:p>
            </p:txBody>
          </p:sp>
        </mc:Choice>
        <mc:Fallback xmlns="">
          <p:sp>
            <p:nvSpPr>
              <p:cNvPr id="53" name="ZoneTexte 52">
                <a:extLst>
                  <a:ext uri="{FF2B5EF4-FFF2-40B4-BE49-F238E27FC236}">
                    <a16:creationId xmlns:a16="http://schemas.microsoft.com/office/drawing/2014/main" id="{A57F6592-4F36-2E36-59E8-08C4E5E378A9}"/>
                  </a:ext>
                </a:extLst>
              </p:cNvPr>
              <p:cNvSpPr txBox="1">
                <a:spLocks noRot="1" noChangeAspect="1" noMove="1" noResize="1" noEditPoints="1" noAdjustHandles="1" noChangeArrowheads="1" noChangeShapeType="1" noTextEdit="1"/>
              </p:cNvSpPr>
              <p:nvPr/>
            </p:nvSpPr>
            <p:spPr>
              <a:xfrm>
                <a:off x="7445584" y="3138778"/>
                <a:ext cx="404854" cy="123111"/>
              </a:xfrm>
              <a:prstGeom prst="rect">
                <a:avLst/>
              </a:prstGeom>
              <a:blipFill>
                <a:blip r:embed="rId30"/>
                <a:stretch>
                  <a:fillRect l="-9091" t="-10000" r="-3030"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ZoneTexte 57">
                <a:extLst>
                  <a:ext uri="{FF2B5EF4-FFF2-40B4-BE49-F238E27FC236}">
                    <a16:creationId xmlns:a16="http://schemas.microsoft.com/office/drawing/2014/main" id="{1264959C-CA88-F5D0-F357-0BCD2CDA15EC}"/>
                  </a:ext>
                </a:extLst>
              </p:cNvPr>
              <p:cNvSpPr txBox="1"/>
              <p:nvPr/>
            </p:nvSpPr>
            <p:spPr>
              <a:xfrm>
                <a:off x="7443183" y="5811030"/>
                <a:ext cx="468077" cy="123111"/>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fr-FR" sz="800" i="1">
                          <a:latin typeface="Cambria Math" panose="02040503050406030204" pitchFamily="18" charset="0"/>
                        </a:rPr>
                        <m:t>𝑙𝑒𝑚𝑒𝑢𝑟</m:t>
                      </m:r>
                      <m:r>
                        <m:rPr>
                          <m:nor/>
                        </m:rPr>
                        <a:rPr lang="en-GB" sz="800" dirty="0"/>
                        <m:t>ü</m:t>
                      </m:r>
                      <m:r>
                        <m:rPr>
                          <m:nor/>
                        </m:rPr>
                        <a:rPr lang="en-GB" sz="800" dirty="0"/>
                        <m:t>lt</m:t>
                      </m:r>
                    </m:oMath>
                  </m:oMathPara>
                </a14:m>
                <a:endParaRPr lang="fr-FR" sz="800" dirty="0"/>
              </a:p>
            </p:txBody>
          </p:sp>
        </mc:Choice>
        <mc:Fallback xmlns="">
          <p:sp>
            <p:nvSpPr>
              <p:cNvPr id="58" name="ZoneTexte 57">
                <a:extLst>
                  <a:ext uri="{FF2B5EF4-FFF2-40B4-BE49-F238E27FC236}">
                    <a16:creationId xmlns:a16="http://schemas.microsoft.com/office/drawing/2014/main" id="{1264959C-CA88-F5D0-F357-0BCD2CDA15EC}"/>
                  </a:ext>
                </a:extLst>
              </p:cNvPr>
              <p:cNvSpPr txBox="1">
                <a:spLocks noRot="1" noChangeAspect="1" noMove="1" noResize="1" noEditPoints="1" noAdjustHandles="1" noChangeArrowheads="1" noChangeShapeType="1" noTextEdit="1"/>
              </p:cNvSpPr>
              <p:nvPr/>
            </p:nvSpPr>
            <p:spPr>
              <a:xfrm>
                <a:off x="7443183" y="5811030"/>
                <a:ext cx="468077" cy="123111"/>
              </a:xfrm>
              <a:prstGeom prst="rect">
                <a:avLst/>
              </a:prstGeom>
              <a:blipFill>
                <a:blip r:embed="rId31"/>
                <a:stretch>
                  <a:fillRect l="-7895" t="-9091" b="-9091"/>
                </a:stretch>
              </a:blipFill>
            </p:spPr>
            <p:txBody>
              <a:bodyPr/>
              <a:lstStyle/>
              <a:p>
                <a:r>
                  <a:rPr lang="en-GB">
                    <a:noFill/>
                  </a:rPr>
                  <a:t> </a:t>
                </a:r>
              </a:p>
            </p:txBody>
          </p:sp>
        </mc:Fallback>
      </mc:AlternateContent>
      <p:cxnSp>
        <p:nvCxnSpPr>
          <p:cNvPr id="68" name="Connecteur droit avec flèche 67">
            <a:extLst>
              <a:ext uri="{FF2B5EF4-FFF2-40B4-BE49-F238E27FC236}">
                <a16:creationId xmlns:a16="http://schemas.microsoft.com/office/drawing/2014/main" id="{C21F4C82-C748-414B-7BBD-B775EF70B9E2}"/>
              </a:ext>
            </a:extLst>
          </p:cNvPr>
          <p:cNvCxnSpPr>
            <a:cxnSpLocks/>
          </p:cNvCxnSpPr>
          <p:nvPr/>
        </p:nvCxnSpPr>
        <p:spPr>
          <a:xfrm>
            <a:off x="4973287" y="5400205"/>
            <a:ext cx="864000"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69" name="Connecteur droit avec flèche 68">
            <a:extLst>
              <a:ext uri="{FF2B5EF4-FFF2-40B4-BE49-F238E27FC236}">
                <a16:creationId xmlns:a16="http://schemas.microsoft.com/office/drawing/2014/main" id="{A55F87C9-86EB-9353-BCBD-1E236834BC12}"/>
              </a:ext>
            </a:extLst>
          </p:cNvPr>
          <p:cNvCxnSpPr>
            <a:cxnSpLocks/>
          </p:cNvCxnSpPr>
          <p:nvPr/>
        </p:nvCxnSpPr>
        <p:spPr>
          <a:xfrm>
            <a:off x="4975215" y="5309536"/>
            <a:ext cx="864000"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70" name="Connecteur droit avec flèche 69">
            <a:extLst>
              <a:ext uri="{FF2B5EF4-FFF2-40B4-BE49-F238E27FC236}">
                <a16:creationId xmlns:a16="http://schemas.microsoft.com/office/drawing/2014/main" id="{53BFA0BA-F962-DA56-F1D6-45F534561B32}"/>
              </a:ext>
            </a:extLst>
          </p:cNvPr>
          <p:cNvCxnSpPr>
            <a:cxnSpLocks/>
          </p:cNvCxnSpPr>
          <p:nvPr/>
        </p:nvCxnSpPr>
        <p:spPr>
          <a:xfrm>
            <a:off x="6080083" y="5410925"/>
            <a:ext cx="612000"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71" name="Connecteur droit avec flèche 70">
            <a:extLst>
              <a:ext uri="{FF2B5EF4-FFF2-40B4-BE49-F238E27FC236}">
                <a16:creationId xmlns:a16="http://schemas.microsoft.com/office/drawing/2014/main" id="{7AFFB855-C2F2-2942-0F9B-E2C367C81A7D}"/>
              </a:ext>
            </a:extLst>
          </p:cNvPr>
          <p:cNvCxnSpPr>
            <a:cxnSpLocks/>
          </p:cNvCxnSpPr>
          <p:nvPr/>
        </p:nvCxnSpPr>
        <p:spPr>
          <a:xfrm>
            <a:off x="6082011" y="5320256"/>
            <a:ext cx="612000"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72" name="Connecteur droit avec flèche 71">
            <a:extLst>
              <a:ext uri="{FF2B5EF4-FFF2-40B4-BE49-F238E27FC236}">
                <a16:creationId xmlns:a16="http://schemas.microsoft.com/office/drawing/2014/main" id="{873949CF-7CC4-0C98-2D85-7CCAFF8ACECC}"/>
              </a:ext>
            </a:extLst>
          </p:cNvPr>
          <p:cNvCxnSpPr>
            <a:cxnSpLocks/>
          </p:cNvCxnSpPr>
          <p:nvPr/>
        </p:nvCxnSpPr>
        <p:spPr>
          <a:xfrm>
            <a:off x="6935429" y="5416622"/>
            <a:ext cx="576000" cy="3629"/>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73" name="Connecteur droit avec flèche 72">
            <a:extLst>
              <a:ext uri="{FF2B5EF4-FFF2-40B4-BE49-F238E27FC236}">
                <a16:creationId xmlns:a16="http://schemas.microsoft.com/office/drawing/2014/main" id="{53562EE6-FDC0-8925-222F-2A47ACE9987B}"/>
              </a:ext>
            </a:extLst>
          </p:cNvPr>
          <p:cNvCxnSpPr>
            <a:cxnSpLocks/>
          </p:cNvCxnSpPr>
          <p:nvPr/>
        </p:nvCxnSpPr>
        <p:spPr>
          <a:xfrm>
            <a:off x="6937357" y="5325953"/>
            <a:ext cx="576000" cy="3629"/>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2" name="ZoneTexte 81">
                <a:extLst>
                  <a:ext uri="{FF2B5EF4-FFF2-40B4-BE49-F238E27FC236}">
                    <a16:creationId xmlns:a16="http://schemas.microsoft.com/office/drawing/2014/main" id="{5D8B99C9-27DC-5707-6987-635F5FEBA41A}"/>
                  </a:ext>
                </a:extLst>
              </p:cNvPr>
              <p:cNvSpPr txBox="1"/>
              <p:nvPr/>
            </p:nvSpPr>
            <p:spPr>
              <a:xfrm>
                <a:off x="7695265" y="4627186"/>
                <a:ext cx="19511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82" name="ZoneTexte 81">
                <a:extLst>
                  <a:ext uri="{FF2B5EF4-FFF2-40B4-BE49-F238E27FC236}">
                    <a16:creationId xmlns:a16="http://schemas.microsoft.com/office/drawing/2014/main" id="{5D8B99C9-27DC-5707-6987-635F5FEBA41A}"/>
                  </a:ext>
                </a:extLst>
              </p:cNvPr>
              <p:cNvSpPr txBox="1">
                <a:spLocks noRot="1" noChangeAspect="1" noMove="1" noResize="1" noEditPoints="1" noAdjustHandles="1" noChangeArrowheads="1" noChangeShapeType="1" noTextEdit="1"/>
              </p:cNvSpPr>
              <p:nvPr/>
            </p:nvSpPr>
            <p:spPr>
              <a:xfrm>
                <a:off x="7695265" y="4627186"/>
                <a:ext cx="195118" cy="215444"/>
              </a:xfrm>
              <a:prstGeom prst="rect">
                <a:avLst/>
              </a:prstGeom>
              <a:blipFill>
                <a:blip r:embed="rId32"/>
                <a:stretch>
                  <a:fillRect l="-11765" r="-5882" b="-11111"/>
                </a:stretch>
              </a:blipFill>
            </p:spPr>
            <p:txBody>
              <a:bodyPr/>
              <a:lstStyle/>
              <a:p>
                <a:r>
                  <a:rPr lang="en-GB">
                    <a:noFill/>
                  </a:rPr>
                  <a:t> </a:t>
                </a:r>
              </a:p>
            </p:txBody>
          </p:sp>
        </mc:Fallback>
      </mc:AlternateContent>
    </p:spTree>
    <p:extLst>
      <p:ext uri="{BB962C8B-B14F-4D97-AF65-F5344CB8AC3E}">
        <p14:creationId xmlns:p14="http://schemas.microsoft.com/office/powerpoint/2010/main" val="2773850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60D1-38BC-2BD5-6377-88461C45E8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4E0D13-89D0-7DB6-4E3B-FD09CDF848E0}"/>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265D32AD-6EBA-E643-DF6D-F98374008C07}"/>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C9B44114-A232-EE8B-F164-2139D57DF3AA}"/>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a:p>
            <a:r>
              <a:rPr lang="en-GB" sz="2800" dirty="0">
                <a:latin typeface="ui-sans-serif"/>
              </a:rPr>
              <a:t>Some scoring functions f aka an alignment model</a:t>
            </a:r>
            <a:endParaRPr lang="en-GB" sz="2800" i="0" u="none" strike="noStrike" dirty="0">
              <a:effectLst/>
              <a:latin typeface="ui-sans-serif"/>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3744CD1B-6F20-01A0-8E38-452076B982B6}"/>
                  </a:ext>
                </a:extLst>
              </p:cNvPr>
              <p:cNvSpPr txBox="1"/>
              <p:nvPr/>
            </p:nvSpPr>
            <p:spPr>
              <a:xfrm>
                <a:off x="838199" y="3129028"/>
                <a:ext cx="3204660" cy="3230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𝒇</m:t>
                      </m:r>
                      <m:d>
                        <m:dPr>
                          <m:ctrlPr>
                            <a:rPr lang="fr-FR" b="1" i="1" smtClean="0">
                              <a:latin typeface="Cambria Math" panose="02040503050406030204" pitchFamily="18" charset="0"/>
                            </a:rPr>
                          </m:ctrlPr>
                        </m:dPr>
                        <m:e>
                          <m:sSub>
                            <m:sSubPr>
                              <m:ctrlPr>
                                <a:rPr lang="fr-FR" b="1" i="1" smtClean="0">
                                  <a:latin typeface="Cambria Math" panose="02040503050406030204" pitchFamily="18" charset="0"/>
                                </a:rPr>
                              </m:ctrlPr>
                            </m:sSubPr>
                            <m:e>
                              <m:r>
                                <a:rPr lang="fr-FR" b="1" i="1" smtClean="0">
                                  <a:latin typeface="Cambria Math" panose="02040503050406030204" pitchFamily="18" charset="0"/>
                                </a:rPr>
                                <m:t>𝒉</m:t>
                              </m:r>
                            </m:e>
                            <m:sub>
                              <m:r>
                                <a:rPr lang="fr-FR" b="1" i="1" smtClean="0">
                                  <a:latin typeface="Cambria Math" panose="02040503050406030204" pitchFamily="18" charset="0"/>
                                </a:rPr>
                                <m:t>𝒊</m:t>
                              </m:r>
                            </m:sub>
                          </m:sSub>
                          <m:r>
                            <a:rPr lang="fr-FR" b="1" i="1" smtClean="0">
                              <a:latin typeface="Cambria Math" panose="02040503050406030204" pitchFamily="18" charset="0"/>
                            </a:rPr>
                            <m:t>,</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𝒔</m:t>
                              </m:r>
                            </m:e>
                            <m:sub>
                              <m:r>
                                <a:rPr lang="fr-FR" b="1" i="1" smtClean="0">
                                  <a:latin typeface="Cambria Math" panose="02040503050406030204" pitchFamily="18" charset="0"/>
                                </a:rPr>
                                <m:t>𝒋</m:t>
                              </m:r>
                            </m:sub>
                          </m:sSub>
                        </m:e>
                      </m:d>
                      <m:r>
                        <a:rPr lang="fr-FR" b="1" i="1" smtClean="0">
                          <a:latin typeface="Cambria Math" panose="02040503050406030204" pitchFamily="18" charset="0"/>
                        </a:rPr>
                        <m:t>=</m:t>
                      </m:r>
                      <m:sSup>
                        <m:sSupPr>
                          <m:ctrlPr>
                            <a:rPr lang="fr-FR" b="1" i="1" smtClean="0">
                              <a:latin typeface="Cambria Math" panose="02040503050406030204" pitchFamily="18" charset="0"/>
                            </a:rPr>
                          </m:ctrlPr>
                        </m:sSupPr>
                        <m:e>
                          <m:r>
                            <a:rPr lang="fr-FR" b="1" i="1" smtClean="0">
                              <a:latin typeface="Cambria Math" panose="02040503050406030204" pitchFamily="18" charset="0"/>
                            </a:rPr>
                            <m:t>𝒗</m:t>
                          </m:r>
                        </m:e>
                        <m:sup>
                          <m:r>
                            <a:rPr lang="fr-FR" b="1" i="1" smtClean="0">
                              <a:latin typeface="Cambria Math" panose="02040503050406030204" pitchFamily="18" charset="0"/>
                            </a:rPr>
                            <m:t>𝑻</m:t>
                          </m:r>
                        </m:sup>
                      </m:sSup>
                      <m:r>
                        <a:rPr lang="fr-FR" b="1" i="0" smtClean="0">
                          <a:latin typeface="Cambria Math" panose="02040503050406030204" pitchFamily="18" charset="0"/>
                        </a:rPr>
                        <m:t>𝐭𝐚𝐧𝐡</m:t>
                      </m:r>
                      <m:r>
                        <a:rPr lang="fr-FR" b="1" i="1" smtClean="0">
                          <a:latin typeface="Cambria Math" panose="02040503050406030204" pitchFamily="18" charset="0"/>
                        </a:rPr>
                        <m:t>⁡(</m:t>
                      </m:r>
                      <m:r>
                        <a:rPr lang="fr-FR" b="1" i="1" smtClean="0">
                          <a:latin typeface="Cambria Math" panose="02040503050406030204" pitchFamily="18" charset="0"/>
                        </a:rPr>
                        <m:t>𝑾</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𝒉</m:t>
                          </m:r>
                        </m:e>
                        <m:sub>
                          <m:r>
                            <a:rPr lang="fr-FR" b="1" i="1" smtClean="0">
                              <a:latin typeface="Cambria Math" panose="02040503050406030204" pitchFamily="18" charset="0"/>
                            </a:rPr>
                            <m:t>𝒊</m:t>
                          </m:r>
                        </m:sub>
                      </m:sSub>
                      <m:r>
                        <a:rPr lang="fr-FR" b="1" i="1" smtClean="0">
                          <a:latin typeface="Cambria Math" panose="02040503050406030204" pitchFamily="18" charset="0"/>
                        </a:rPr>
                        <m:t>+</m:t>
                      </m:r>
                      <m:r>
                        <a:rPr lang="fr-FR" b="1" i="1" smtClean="0">
                          <a:latin typeface="Cambria Math" panose="02040503050406030204" pitchFamily="18" charset="0"/>
                        </a:rPr>
                        <m:t>𝑼</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𝒔</m:t>
                          </m:r>
                        </m:e>
                        <m:sub>
                          <m:r>
                            <a:rPr lang="fr-FR" b="1" i="1" smtClean="0">
                              <a:latin typeface="Cambria Math" panose="02040503050406030204" pitchFamily="18" charset="0"/>
                            </a:rPr>
                            <m:t>𝒋</m:t>
                          </m:r>
                        </m:sub>
                      </m:sSub>
                      <m:r>
                        <a:rPr lang="fr-FR" b="1" i="1" smtClean="0">
                          <a:latin typeface="Cambria Math" panose="02040503050406030204" pitchFamily="18" charset="0"/>
                        </a:rPr>
                        <m:t>)</m:t>
                      </m:r>
                    </m:oMath>
                  </m:oMathPara>
                </a14:m>
                <a:endParaRPr lang="en-GB" b="1" dirty="0"/>
              </a:p>
            </p:txBody>
          </p:sp>
        </mc:Choice>
        <mc:Fallback xmlns="">
          <p:sp>
            <p:nvSpPr>
              <p:cNvPr id="19" name="ZoneTexte 18">
                <a:extLst>
                  <a:ext uri="{FF2B5EF4-FFF2-40B4-BE49-F238E27FC236}">
                    <a16:creationId xmlns:a16="http://schemas.microsoft.com/office/drawing/2014/main" id="{3744CD1B-6F20-01A0-8E38-452076B982B6}"/>
                  </a:ext>
                </a:extLst>
              </p:cNvPr>
              <p:cNvSpPr txBox="1">
                <a:spLocks noRot="1" noChangeAspect="1" noMove="1" noResize="1" noEditPoints="1" noAdjustHandles="1" noChangeArrowheads="1" noChangeShapeType="1" noTextEdit="1"/>
              </p:cNvSpPr>
              <p:nvPr/>
            </p:nvSpPr>
            <p:spPr>
              <a:xfrm>
                <a:off x="838199" y="3129028"/>
                <a:ext cx="3204660" cy="323037"/>
              </a:xfrm>
              <a:prstGeom prst="rect">
                <a:avLst/>
              </a:prstGeom>
              <a:blipFill>
                <a:blip r:embed="rId3"/>
                <a:stretch>
                  <a:fillRect l="-1969" r="-1969" b="-26923"/>
                </a:stretch>
              </a:blipFill>
            </p:spPr>
            <p:txBody>
              <a:bodyPr/>
              <a:lstStyle/>
              <a:p>
                <a:r>
                  <a:rPr lang="en-GB">
                    <a:noFill/>
                  </a:rPr>
                  <a:t> </a:t>
                </a:r>
              </a:p>
            </p:txBody>
          </p:sp>
        </mc:Fallback>
      </mc:AlternateContent>
      <p:sp>
        <p:nvSpPr>
          <p:cNvPr id="28" name="ZoneTexte 27">
            <a:extLst>
              <a:ext uri="{FF2B5EF4-FFF2-40B4-BE49-F238E27FC236}">
                <a16:creationId xmlns:a16="http://schemas.microsoft.com/office/drawing/2014/main" id="{7CAC5F8E-D7CE-B1CC-5C22-A1D6172908A1}"/>
              </a:ext>
            </a:extLst>
          </p:cNvPr>
          <p:cNvSpPr txBox="1"/>
          <p:nvPr/>
        </p:nvSpPr>
        <p:spPr>
          <a:xfrm>
            <a:off x="838199" y="2612348"/>
            <a:ext cx="3479158" cy="369332"/>
          </a:xfrm>
          <a:prstGeom prst="rect">
            <a:avLst/>
          </a:prstGeom>
          <a:noFill/>
        </p:spPr>
        <p:txBody>
          <a:bodyPr wrap="square">
            <a:spAutoFit/>
          </a:bodyPr>
          <a:lstStyle/>
          <a:p>
            <a:r>
              <a:rPr lang="en-GB" b="0" noProof="0" dirty="0">
                <a:solidFill>
                  <a:schemeClr val="accent1"/>
                </a:solidFill>
                <a:latin typeface="Cambria Math" panose="02040503050406030204" pitchFamily="18" charset="0"/>
              </a:rPr>
              <a:t>Additive / Bahdanau Attention</a:t>
            </a:r>
          </a:p>
        </p:txBody>
      </p:sp>
      <p:sp>
        <p:nvSpPr>
          <p:cNvPr id="29" name="ZoneTexte 28">
            <a:extLst>
              <a:ext uri="{FF2B5EF4-FFF2-40B4-BE49-F238E27FC236}">
                <a16:creationId xmlns:a16="http://schemas.microsoft.com/office/drawing/2014/main" id="{0F54FEE0-7065-E13B-743C-D6160FE5175F}"/>
              </a:ext>
            </a:extLst>
          </p:cNvPr>
          <p:cNvSpPr txBox="1"/>
          <p:nvPr/>
        </p:nvSpPr>
        <p:spPr>
          <a:xfrm>
            <a:off x="752354" y="4119989"/>
            <a:ext cx="8900932" cy="2031325"/>
          </a:xfrm>
          <a:prstGeom prst="rect">
            <a:avLst/>
          </a:prstGeom>
          <a:noFill/>
        </p:spPr>
        <p:txBody>
          <a:bodyPr wrap="square" rtlCol="0">
            <a:spAutoFit/>
          </a:bodyPr>
          <a:lstStyle/>
          <a:p>
            <a:r>
              <a:rPr lang="en-GB" sz="1400" dirty="0"/>
              <a:t>Here the encoder hidden state and the current decoder state are each multiply by a set  of weights W and U then summed this is why it is called “additive”.</a:t>
            </a:r>
          </a:p>
          <a:p>
            <a:r>
              <a:rPr lang="en-GB" sz="1400" dirty="0"/>
              <a:t>This is then run through a tanh non-linearity and multiply by another vector v to turn it into a scalar.</a:t>
            </a:r>
          </a:p>
          <a:p>
            <a:r>
              <a:rPr lang="en-GB" sz="1400" dirty="0"/>
              <a:t>So, the scoring function here is a feed for a NN trained via back propagation.</a:t>
            </a:r>
          </a:p>
          <a:p>
            <a:endParaRPr lang="en-GB" sz="1400" dirty="0"/>
          </a:p>
          <a:p>
            <a:r>
              <a:rPr lang="en-GB" sz="1400" dirty="0"/>
              <a:t>The way the context vector is incorporated into the decoder is the way we’ve been doing it in the example, that is the context vector concatenated with the input token embedding before being fed to the RNN.</a:t>
            </a:r>
          </a:p>
          <a:p>
            <a:endParaRPr lang="en-GB" sz="1400" dirty="0"/>
          </a:p>
          <a:p>
            <a:r>
              <a:rPr lang="en-GB" sz="1400" dirty="0"/>
              <a:t>Note: the original paper by Bahdanau and colleagues used GRU in a bi-directional encoder.</a:t>
            </a:r>
          </a:p>
        </p:txBody>
      </p:sp>
      <p:sp>
        <p:nvSpPr>
          <p:cNvPr id="30" name="Accolade ouvrante 29">
            <a:extLst>
              <a:ext uri="{FF2B5EF4-FFF2-40B4-BE49-F238E27FC236}">
                <a16:creationId xmlns:a16="http://schemas.microsoft.com/office/drawing/2014/main" id="{FCABAAC8-B997-EB82-E00A-4B7EDEA628EE}"/>
              </a:ext>
            </a:extLst>
          </p:cNvPr>
          <p:cNvSpPr/>
          <p:nvPr/>
        </p:nvSpPr>
        <p:spPr>
          <a:xfrm rot="16200000">
            <a:off x="2806150" y="2681277"/>
            <a:ext cx="289367" cy="196271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2" name="ZoneTexte 31">
            <a:extLst>
              <a:ext uri="{FF2B5EF4-FFF2-40B4-BE49-F238E27FC236}">
                <a16:creationId xmlns:a16="http://schemas.microsoft.com/office/drawing/2014/main" id="{C16ACB09-7A91-0A63-1871-8AF9F905EB33}"/>
              </a:ext>
            </a:extLst>
          </p:cNvPr>
          <p:cNvSpPr txBox="1"/>
          <p:nvPr/>
        </p:nvSpPr>
        <p:spPr>
          <a:xfrm>
            <a:off x="1596595" y="3809142"/>
            <a:ext cx="2708476" cy="307777"/>
          </a:xfrm>
          <a:prstGeom prst="rect">
            <a:avLst/>
          </a:prstGeom>
          <a:noFill/>
        </p:spPr>
        <p:txBody>
          <a:bodyPr wrap="square" rtlCol="0">
            <a:spAutoFit/>
          </a:bodyPr>
          <a:lstStyle/>
          <a:p>
            <a:pPr algn="ctr"/>
            <a:r>
              <a:rPr lang="en-GB" sz="1400" dirty="0">
                <a:solidFill>
                  <a:schemeClr val="accent1"/>
                </a:solidFill>
              </a:rPr>
              <a:t>Feedforward NN</a:t>
            </a:r>
          </a:p>
        </p:txBody>
      </p:sp>
    </p:spTree>
    <p:extLst>
      <p:ext uri="{BB962C8B-B14F-4D97-AF65-F5344CB8AC3E}">
        <p14:creationId xmlns:p14="http://schemas.microsoft.com/office/powerpoint/2010/main" val="3157530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24D08-3D91-DDBD-A83A-E1357BC9819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871C1C-2CCF-3404-C97C-DEF23EEB6712}"/>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1E5AC87F-87F5-C714-C77E-CAD3CED6A336}"/>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7BDA662C-A7ED-74D7-82E1-5B556732FBC7}"/>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a:p>
            <a:r>
              <a:rPr lang="en-GB" sz="2800" dirty="0">
                <a:latin typeface="ui-sans-serif"/>
              </a:rPr>
              <a:t>Some scoring functions f aka an alignment model</a:t>
            </a:r>
            <a:endParaRPr lang="en-GB" sz="2800" i="0" u="none" strike="noStrike" dirty="0">
              <a:effectLst/>
              <a:latin typeface="ui-sans-serif"/>
            </a:endParaRPr>
          </a:p>
        </p:txBody>
      </p:sp>
      <p:sp>
        <p:nvSpPr>
          <p:cNvPr id="29" name="ZoneTexte 28">
            <a:extLst>
              <a:ext uri="{FF2B5EF4-FFF2-40B4-BE49-F238E27FC236}">
                <a16:creationId xmlns:a16="http://schemas.microsoft.com/office/drawing/2014/main" id="{700637F8-4441-774D-7823-988D65D7B1F4}"/>
              </a:ext>
            </a:extLst>
          </p:cNvPr>
          <p:cNvSpPr txBox="1"/>
          <p:nvPr/>
        </p:nvSpPr>
        <p:spPr>
          <a:xfrm>
            <a:off x="838199" y="2606459"/>
            <a:ext cx="8900932" cy="1815882"/>
          </a:xfrm>
          <a:prstGeom prst="rect">
            <a:avLst/>
          </a:prstGeom>
          <a:noFill/>
        </p:spPr>
        <p:txBody>
          <a:bodyPr wrap="square" rtlCol="0">
            <a:spAutoFit/>
          </a:bodyPr>
          <a:lstStyle/>
          <a:p>
            <a:r>
              <a:rPr lang="en-GB" sz="1400" dirty="0"/>
              <a:t>In essence, there are more learnable weights involved which allows the model to learn which encoder states are more important given the current decoder hidden state. </a:t>
            </a:r>
          </a:p>
          <a:p>
            <a:endParaRPr lang="en-GB" sz="1400" dirty="0"/>
          </a:p>
          <a:p>
            <a:r>
              <a:rPr lang="en-GB" sz="1400" dirty="0"/>
              <a:t>So, for example, if we’re training a model to translate from English where the verb comes before the object to Japanese where the verb comes after the object, the model can now learn to place more attention on different parts of the source sentence to make that distinction. This is why the scoring function is aka alignment model.</a:t>
            </a:r>
          </a:p>
          <a:p>
            <a:endParaRPr lang="en-GB" sz="1400" dirty="0"/>
          </a:p>
          <a:p>
            <a:r>
              <a:rPr lang="en-GB" sz="1400" dirty="0"/>
              <a:t>The collection of encoder hidden states becomes a type of memory for the decoder to access.</a:t>
            </a:r>
          </a:p>
        </p:txBody>
      </p:sp>
    </p:spTree>
    <p:extLst>
      <p:ext uri="{BB962C8B-B14F-4D97-AF65-F5344CB8AC3E}">
        <p14:creationId xmlns:p14="http://schemas.microsoft.com/office/powerpoint/2010/main" val="546745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3DEBB-5A48-2F21-634D-CFD8655924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A54C1D8-52CE-E8D6-B537-B449C061F092}"/>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11CB3677-50C1-3DC4-2246-D74724BCF15F}"/>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5A5173B9-9572-77AD-6EDD-0A338604843D}"/>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a:p>
            <a:r>
              <a:rPr lang="en-GB" sz="2800" dirty="0">
                <a:latin typeface="ui-sans-serif"/>
              </a:rPr>
              <a:t>Some scoring functions f aka an alignment model</a:t>
            </a:r>
            <a:endParaRPr lang="en-GB" sz="2800" i="0" u="none" strike="noStrike" dirty="0">
              <a:effectLst/>
              <a:latin typeface="ui-sans-serif"/>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9EEC7A1C-850F-025D-3795-8EE7D2A7D480}"/>
                  </a:ext>
                </a:extLst>
              </p:cNvPr>
              <p:cNvSpPr txBox="1"/>
              <p:nvPr/>
            </p:nvSpPr>
            <p:spPr>
              <a:xfrm>
                <a:off x="838199" y="3129028"/>
                <a:ext cx="1628971"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𝒇</m:t>
                      </m:r>
                      <m:d>
                        <m:dPr>
                          <m:ctrlPr>
                            <a:rPr lang="fr-FR" b="1" i="1" smtClean="0">
                              <a:latin typeface="Cambria Math" panose="02040503050406030204" pitchFamily="18" charset="0"/>
                            </a:rPr>
                          </m:ctrlPr>
                        </m:dPr>
                        <m:e>
                          <m:sSub>
                            <m:sSubPr>
                              <m:ctrlPr>
                                <a:rPr lang="fr-FR" b="1" i="1" smtClean="0">
                                  <a:latin typeface="Cambria Math" panose="02040503050406030204" pitchFamily="18" charset="0"/>
                                </a:rPr>
                              </m:ctrlPr>
                            </m:sSubPr>
                            <m:e>
                              <m:r>
                                <a:rPr lang="fr-FR" b="1" i="1" smtClean="0">
                                  <a:latin typeface="Cambria Math" panose="02040503050406030204" pitchFamily="18" charset="0"/>
                                </a:rPr>
                                <m:t>𝒉</m:t>
                              </m:r>
                            </m:e>
                            <m:sub>
                              <m:r>
                                <a:rPr lang="fr-FR" b="1" i="1" smtClean="0">
                                  <a:latin typeface="Cambria Math" panose="02040503050406030204" pitchFamily="18" charset="0"/>
                                </a:rPr>
                                <m:t>𝒊</m:t>
                              </m:r>
                            </m:sub>
                          </m:sSub>
                          <m:r>
                            <a:rPr lang="fr-FR" b="1" i="1" smtClean="0">
                              <a:latin typeface="Cambria Math" panose="02040503050406030204" pitchFamily="18" charset="0"/>
                            </a:rPr>
                            <m:t>,</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𝒔</m:t>
                              </m:r>
                            </m:e>
                            <m:sub>
                              <m:r>
                                <a:rPr lang="fr-FR" b="1" i="1" smtClean="0">
                                  <a:latin typeface="Cambria Math" panose="02040503050406030204" pitchFamily="18" charset="0"/>
                                </a:rPr>
                                <m:t>𝒋</m:t>
                              </m:r>
                            </m:sub>
                          </m:sSub>
                        </m:e>
                      </m:d>
                      <m:r>
                        <a:rPr lang="fr-FR" b="1" i="1" smtClean="0">
                          <a:latin typeface="Cambria Math" panose="02040503050406030204" pitchFamily="18" charset="0"/>
                        </a:rPr>
                        <m:t>=</m:t>
                      </m:r>
                      <m:sSubSup>
                        <m:sSubSupPr>
                          <m:ctrlPr>
                            <a:rPr lang="fr-FR" b="1" i="1" smtClean="0">
                              <a:latin typeface="Cambria Math" panose="02040503050406030204" pitchFamily="18" charset="0"/>
                            </a:rPr>
                          </m:ctrlPr>
                        </m:sSubSupPr>
                        <m:e>
                          <m:r>
                            <a:rPr lang="fr-FR" b="1" i="1" smtClean="0">
                              <a:latin typeface="Cambria Math" panose="02040503050406030204" pitchFamily="18" charset="0"/>
                            </a:rPr>
                            <m:t>𝒔</m:t>
                          </m:r>
                        </m:e>
                        <m:sub>
                          <m:r>
                            <a:rPr lang="fr-FR" b="1" i="1" smtClean="0">
                              <a:latin typeface="Cambria Math" panose="02040503050406030204" pitchFamily="18" charset="0"/>
                            </a:rPr>
                            <m:t>𝒋</m:t>
                          </m:r>
                        </m:sub>
                        <m:sup>
                          <m:r>
                            <a:rPr lang="fr-FR" b="1" i="1" smtClean="0">
                              <a:latin typeface="Cambria Math" panose="02040503050406030204" pitchFamily="18" charset="0"/>
                            </a:rPr>
                            <m:t>𝑻</m:t>
                          </m:r>
                        </m:sup>
                      </m:sSubSup>
                      <m:sSub>
                        <m:sSubPr>
                          <m:ctrlPr>
                            <a:rPr lang="fr-FR" b="1" i="1" smtClean="0">
                              <a:latin typeface="Cambria Math" panose="02040503050406030204" pitchFamily="18" charset="0"/>
                            </a:rPr>
                          </m:ctrlPr>
                        </m:sSubPr>
                        <m:e>
                          <m:r>
                            <a:rPr lang="fr-FR" b="1" i="1" smtClean="0">
                              <a:latin typeface="Cambria Math" panose="02040503050406030204" pitchFamily="18" charset="0"/>
                            </a:rPr>
                            <m:t>𝒉</m:t>
                          </m:r>
                        </m:e>
                        <m:sub>
                          <m:r>
                            <a:rPr lang="fr-FR" b="1" i="1" smtClean="0">
                              <a:latin typeface="Cambria Math" panose="02040503050406030204" pitchFamily="18" charset="0"/>
                            </a:rPr>
                            <m:t>𝒊</m:t>
                          </m:r>
                        </m:sub>
                      </m:sSub>
                    </m:oMath>
                  </m:oMathPara>
                </a14:m>
                <a:endParaRPr lang="en-GB" b="1" dirty="0"/>
              </a:p>
            </p:txBody>
          </p:sp>
        </mc:Choice>
        <mc:Fallback xmlns="">
          <p:sp>
            <p:nvSpPr>
              <p:cNvPr id="19" name="ZoneTexte 18">
                <a:extLst>
                  <a:ext uri="{FF2B5EF4-FFF2-40B4-BE49-F238E27FC236}">
                    <a16:creationId xmlns:a16="http://schemas.microsoft.com/office/drawing/2014/main" id="{9EEC7A1C-850F-025D-3795-8EE7D2A7D480}"/>
                  </a:ext>
                </a:extLst>
              </p:cNvPr>
              <p:cNvSpPr txBox="1">
                <a:spLocks noRot="1" noChangeAspect="1" noMove="1" noResize="1" noEditPoints="1" noAdjustHandles="1" noChangeArrowheads="1" noChangeShapeType="1" noTextEdit="1"/>
              </p:cNvSpPr>
              <p:nvPr/>
            </p:nvSpPr>
            <p:spPr>
              <a:xfrm>
                <a:off x="838199" y="3129028"/>
                <a:ext cx="1628971" cy="331373"/>
              </a:xfrm>
              <a:prstGeom prst="rect">
                <a:avLst/>
              </a:prstGeom>
              <a:blipFill>
                <a:blip r:embed="rId3"/>
                <a:stretch>
                  <a:fillRect l="-4615" r="-769" b="-22222"/>
                </a:stretch>
              </a:blipFill>
            </p:spPr>
            <p:txBody>
              <a:bodyPr/>
              <a:lstStyle/>
              <a:p>
                <a:r>
                  <a:rPr lang="en-GB">
                    <a:noFill/>
                  </a:rPr>
                  <a:t> </a:t>
                </a:r>
              </a:p>
            </p:txBody>
          </p:sp>
        </mc:Fallback>
      </mc:AlternateContent>
      <p:sp>
        <p:nvSpPr>
          <p:cNvPr id="28" name="ZoneTexte 27">
            <a:extLst>
              <a:ext uri="{FF2B5EF4-FFF2-40B4-BE49-F238E27FC236}">
                <a16:creationId xmlns:a16="http://schemas.microsoft.com/office/drawing/2014/main" id="{84BD47F1-32E3-C5FC-BE2C-69739351E74C}"/>
              </a:ext>
            </a:extLst>
          </p:cNvPr>
          <p:cNvSpPr txBox="1"/>
          <p:nvPr/>
        </p:nvSpPr>
        <p:spPr>
          <a:xfrm>
            <a:off x="838198" y="2612348"/>
            <a:ext cx="5257801" cy="369332"/>
          </a:xfrm>
          <a:prstGeom prst="rect">
            <a:avLst/>
          </a:prstGeom>
          <a:noFill/>
        </p:spPr>
        <p:txBody>
          <a:bodyPr wrap="square">
            <a:spAutoFit/>
          </a:bodyPr>
          <a:lstStyle/>
          <a:p>
            <a:r>
              <a:rPr lang="en-GB" b="0" noProof="0" dirty="0">
                <a:solidFill>
                  <a:schemeClr val="accent1"/>
                </a:solidFill>
                <a:latin typeface="Cambria Math" panose="02040503050406030204" pitchFamily="18" charset="0"/>
              </a:rPr>
              <a:t>Multiplicative / Luong Attention (2 possibilities)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65EA5392-DA19-6E01-20ED-B82148196690}"/>
                  </a:ext>
                </a:extLst>
              </p:cNvPr>
              <p:cNvSpPr txBox="1"/>
              <p:nvPr/>
            </p:nvSpPr>
            <p:spPr>
              <a:xfrm>
                <a:off x="838198" y="3558023"/>
                <a:ext cx="1856598"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𝒇</m:t>
                      </m:r>
                      <m:d>
                        <m:dPr>
                          <m:ctrlPr>
                            <a:rPr lang="fr-FR" b="1" i="1" smtClean="0">
                              <a:latin typeface="Cambria Math" panose="02040503050406030204" pitchFamily="18" charset="0"/>
                            </a:rPr>
                          </m:ctrlPr>
                        </m:dPr>
                        <m:e>
                          <m:sSub>
                            <m:sSubPr>
                              <m:ctrlPr>
                                <a:rPr lang="fr-FR" b="1" i="1" smtClean="0">
                                  <a:latin typeface="Cambria Math" panose="02040503050406030204" pitchFamily="18" charset="0"/>
                                </a:rPr>
                              </m:ctrlPr>
                            </m:sSubPr>
                            <m:e>
                              <m:r>
                                <a:rPr lang="fr-FR" b="1" i="1" smtClean="0">
                                  <a:latin typeface="Cambria Math" panose="02040503050406030204" pitchFamily="18" charset="0"/>
                                </a:rPr>
                                <m:t>𝒉</m:t>
                              </m:r>
                            </m:e>
                            <m:sub>
                              <m:r>
                                <a:rPr lang="fr-FR" b="1" i="1" smtClean="0">
                                  <a:latin typeface="Cambria Math" panose="02040503050406030204" pitchFamily="18" charset="0"/>
                                </a:rPr>
                                <m:t>𝒊</m:t>
                              </m:r>
                            </m:sub>
                          </m:sSub>
                          <m:r>
                            <a:rPr lang="fr-FR" b="1" i="1" smtClean="0">
                              <a:latin typeface="Cambria Math" panose="02040503050406030204" pitchFamily="18" charset="0"/>
                            </a:rPr>
                            <m:t>,</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𝒔</m:t>
                              </m:r>
                            </m:e>
                            <m:sub>
                              <m:r>
                                <a:rPr lang="fr-FR" b="1" i="1" smtClean="0">
                                  <a:latin typeface="Cambria Math" panose="02040503050406030204" pitchFamily="18" charset="0"/>
                                </a:rPr>
                                <m:t>𝒋</m:t>
                              </m:r>
                            </m:sub>
                          </m:sSub>
                        </m:e>
                      </m:d>
                      <m:r>
                        <a:rPr lang="fr-FR" b="1" i="1" smtClean="0">
                          <a:latin typeface="Cambria Math" panose="02040503050406030204" pitchFamily="18" charset="0"/>
                        </a:rPr>
                        <m:t>=</m:t>
                      </m:r>
                      <m:sSubSup>
                        <m:sSubSupPr>
                          <m:ctrlPr>
                            <a:rPr lang="fr-FR" b="1" i="1" smtClean="0">
                              <a:latin typeface="Cambria Math" panose="02040503050406030204" pitchFamily="18" charset="0"/>
                            </a:rPr>
                          </m:ctrlPr>
                        </m:sSubSupPr>
                        <m:e>
                          <m:r>
                            <a:rPr lang="fr-FR" b="1" i="1" smtClean="0">
                              <a:latin typeface="Cambria Math" panose="02040503050406030204" pitchFamily="18" charset="0"/>
                            </a:rPr>
                            <m:t>𝒔</m:t>
                          </m:r>
                        </m:e>
                        <m:sub>
                          <m:r>
                            <a:rPr lang="fr-FR" b="1" i="1" smtClean="0">
                              <a:latin typeface="Cambria Math" panose="02040503050406030204" pitchFamily="18" charset="0"/>
                            </a:rPr>
                            <m:t>𝒋</m:t>
                          </m:r>
                        </m:sub>
                        <m:sup>
                          <m:r>
                            <a:rPr lang="fr-FR" b="1" i="1" smtClean="0">
                              <a:latin typeface="Cambria Math" panose="02040503050406030204" pitchFamily="18" charset="0"/>
                            </a:rPr>
                            <m:t>𝑻</m:t>
                          </m:r>
                        </m:sup>
                      </m:sSubSup>
                      <m:sSub>
                        <m:sSubPr>
                          <m:ctrlPr>
                            <a:rPr lang="fr-FR" b="1" i="1" smtClean="0">
                              <a:latin typeface="Cambria Math" panose="02040503050406030204" pitchFamily="18" charset="0"/>
                            </a:rPr>
                          </m:ctrlPr>
                        </m:sSubPr>
                        <m:e>
                          <m:r>
                            <a:rPr lang="fr-FR" b="1" i="1" smtClean="0">
                              <a:latin typeface="Cambria Math" panose="02040503050406030204" pitchFamily="18" charset="0"/>
                            </a:rPr>
                            <m:t>𝑾𝒉</m:t>
                          </m:r>
                        </m:e>
                        <m:sub>
                          <m:r>
                            <a:rPr lang="fr-FR" b="1" i="1" smtClean="0">
                              <a:latin typeface="Cambria Math" panose="02040503050406030204" pitchFamily="18" charset="0"/>
                            </a:rPr>
                            <m:t>𝒊</m:t>
                          </m:r>
                        </m:sub>
                      </m:sSub>
                    </m:oMath>
                  </m:oMathPara>
                </a14:m>
                <a:endParaRPr lang="en-GB" b="1" dirty="0"/>
              </a:p>
            </p:txBody>
          </p:sp>
        </mc:Choice>
        <mc:Fallback xmlns="">
          <p:sp>
            <p:nvSpPr>
              <p:cNvPr id="3" name="ZoneTexte 2">
                <a:extLst>
                  <a:ext uri="{FF2B5EF4-FFF2-40B4-BE49-F238E27FC236}">
                    <a16:creationId xmlns:a16="http://schemas.microsoft.com/office/drawing/2014/main" id="{65EA5392-DA19-6E01-20ED-B82148196690}"/>
                  </a:ext>
                </a:extLst>
              </p:cNvPr>
              <p:cNvSpPr txBox="1">
                <a:spLocks noRot="1" noChangeAspect="1" noMove="1" noResize="1" noEditPoints="1" noAdjustHandles="1" noChangeArrowheads="1" noChangeShapeType="1" noTextEdit="1"/>
              </p:cNvSpPr>
              <p:nvPr/>
            </p:nvSpPr>
            <p:spPr>
              <a:xfrm>
                <a:off x="838198" y="3558023"/>
                <a:ext cx="1856598" cy="331373"/>
              </a:xfrm>
              <a:prstGeom prst="rect">
                <a:avLst/>
              </a:prstGeom>
              <a:blipFill>
                <a:blip r:embed="rId4"/>
                <a:stretch>
                  <a:fillRect l="-4054" r="-676" b="-22222"/>
                </a:stretch>
              </a:blipFill>
            </p:spPr>
            <p:txBody>
              <a:bodyPr/>
              <a:lstStyle/>
              <a:p>
                <a:r>
                  <a:rPr lang="en-GB">
                    <a:noFill/>
                  </a:rPr>
                  <a:t> </a:t>
                </a:r>
              </a:p>
            </p:txBody>
          </p:sp>
        </mc:Fallback>
      </mc:AlternateContent>
      <p:sp>
        <p:nvSpPr>
          <p:cNvPr id="6" name="ZoneTexte 5">
            <a:extLst>
              <a:ext uri="{FF2B5EF4-FFF2-40B4-BE49-F238E27FC236}">
                <a16:creationId xmlns:a16="http://schemas.microsoft.com/office/drawing/2014/main" id="{22663A98-0347-520D-21C2-2D0002AF7FD6}"/>
              </a:ext>
            </a:extLst>
          </p:cNvPr>
          <p:cNvSpPr txBox="1"/>
          <p:nvPr/>
        </p:nvSpPr>
        <p:spPr>
          <a:xfrm>
            <a:off x="838198" y="4318000"/>
            <a:ext cx="10515600" cy="1200329"/>
          </a:xfrm>
          <a:prstGeom prst="rect">
            <a:avLst/>
          </a:prstGeom>
          <a:noFill/>
        </p:spPr>
        <p:txBody>
          <a:bodyPr wrap="square" rtlCol="0">
            <a:spAutoFit/>
          </a:bodyPr>
          <a:lstStyle/>
          <a:p>
            <a:r>
              <a:rPr lang="en-GB" dirty="0"/>
              <a:t>Uses a stacked LSTM for both the encoder and the decoder.</a:t>
            </a:r>
          </a:p>
          <a:p>
            <a:endParaRPr lang="en-GB" dirty="0"/>
          </a:p>
          <a:p>
            <a:r>
              <a:rPr lang="en-GB" dirty="0"/>
              <a:t>The multiplicative attention does not concatenate anything with the input embedding.</a:t>
            </a:r>
          </a:p>
          <a:p>
            <a:r>
              <a:rPr lang="en-GB" dirty="0"/>
              <a:t>The input embedding is taken solely.</a:t>
            </a:r>
          </a:p>
        </p:txBody>
      </p:sp>
    </p:spTree>
    <p:extLst>
      <p:ext uri="{BB962C8B-B14F-4D97-AF65-F5344CB8AC3E}">
        <p14:creationId xmlns:p14="http://schemas.microsoft.com/office/powerpoint/2010/main" val="3048495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053C-59DC-D716-9DDD-5ABCC8B727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2D2901-E0B3-2589-2091-F889569B1F5E}"/>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8282EB93-55B2-56FA-23D5-0BA6E64839C1}"/>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40F02A37-C32C-B992-33C2-634CF1A1F361}"/>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a:p>
            <a:r>
              <a:rPr lang="en-GB" sz="2800" dirty="0">
                <a:latin typeface="ui-sans-serif"/>
              </a:rPr>
              <a:t>Some scoring functions f aka an alignment model</a:t>
            </a:r>
            <a:endParaRPr lang="en-GB" sz="2800" i="0" u="none" strike="noStrike" dirty="0">
              <a:effectLst/>
              <a:latin typeface="ui-sans-serif"/>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5178D906-C398-B5DD-4CE0-1C7F3228111F}"/>
                  </a:ext>
                </a:extLst>
              </p:cNvPr>
              <p:cNvSpPr txBox="1"/>
              <p:nvPr/>
            </p:nvSpPr>
            <p:spPr>
              <a:xfrm>
                <a:off x="5850852" y="2450346"/>
                <a:ext cx="1628971"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solidFill>
                            <a:schemeClr val="accent1"/>
                          </a:solidFill>
                          <a:latin typeface="Cambria Math" panose="02040503050406030204" pitchFamily="18" charset="0"/>
                        </a:rPr>
                        <m:t>𝑓</m:t>
                      </m:r>
                      <m:d>
                        <m:dPr>
                          <m:ctrlPr>
                            <a:rPr lang="fr-FR" i="1" smtClean="0">
                              <a:solidFill>
                                <a:schemeClr val="accent1"/>
                              </a:solidFill>
                              <a:latin typeface="Cambria Math" panose="02040503050406030204" pitchFamily="18" charset="0"/>
                            </a:rPr>
                          </m:ctrlPr>
                        </m:dPr>
                        <m:e>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r>
                            <a:rPr lang="fr-FR" b="0" i="1" smtClean="0">
                              <a:solidFill>
                                <a:schemeClr val="accent1"/>
                              </a:solidFill>
                              <a:latin typeface="Cambria Math" panose="02040503050406030204" pitchFamily="18" charset="0"/>
                            </a:rPr>
                            <m:t>,</m:t>
                          </m:r>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Sub>
                        </m:e>
                      </m:d>
                      <m:r>
                        <a:rPr lang="fr-FR" b="0" i="1" smtClean="0">
                          <a:solidFill>
                            <a:schemeClr val="accent1"/>
                          </a:solidFill>
                          <a:latin typeface="Cambria Math" panose="02040503050406030204" pitchFamily="18" charset="0"/>
                        </a:rPr>
                        <m:t>=</m:t>
                      </m:r>
                      <m:sSubSup>
                        <m:sSubSupPr>
                          <m:ctrlPr>
                            <a:rPr lang="fr-FR" i="1" smtClean="0">
                              <a:solidFill>
                                <a:schemeClr val="accent1"/>
                              </a:solidFill>
                              <a:latin typeface="Cambria Math" panose="02040503050406030204" pitchFamily="18" charset="0"/>
                            </a:rPr>
                          </m:ctrlPr>
                        </m:sSubSup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up>
                          <m:r>
                            <a:rPr lang="fr-FR" b="0" i="1" smtClean="0">
                              <a:solidFill>
                                <a:schemeClr val="accent1"/>
                              </a:solidFill>
                              <a:latin typeface="Cambria Math" panose="02040503050406030204" pitchFamily="18" charset="0"/>
                            </a:rPr>
                            <m:t>𝑇</m:t>
                          </m:r>
                        </m:sup>
                      </m:sSubSup>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19" name="ZoneTexte 18">
                <a:extLst>
                  <a:ext uri="{FF2B5EF4-FFF2-40B4-BE49-F238E27FC236}">
                    <a16:creationId xmlns:a16="http://schemas.microsoft.com/office/drawing/2014/main" id="{5178D906-C398-B5DD-4CE0-1C7F3228111F}"/>
                  </a:ext>
                </a:extLst>
              </p:cNvPr>
              <p:cNvSpPr txBox="1">
                <a:spLocks noRot="1" noChangeAspect="1" noMove="1" noResize="1" noEditPoints="1" noAdjustHandles="1" noChangeArrowheads="1" noChangeShapeType="1" noTextEdit="1"/>
              </p:cNvSpPr>
              <p:nvPr/>
            </p:nvSpPr>
            <p:spPr>
              <a:xfrm>
                <a:off x="5850852" y="2450346"/>
                <a:ext cx="1628971" cy="331373"/>
              </a:xfrm>
              <a:prstGeom prst="rect">
                <a:avLst/>
              </a:prstGeom>
              <a:blipFill>
                <a:blip r:embed="rId3"/>
                <a:stretch>
                  <a:fillRect l="-3101" b="-22222"/>
                </a:stretch>
              </a:blipFill>
            </p:spPr>
            <p:txBody>
              <a:bodyPr/>
              <a:lstStyle/>
              <a:p>
                <a:r>
                  <a:rPr lang="en-GB">
                    <a:noFill/>
                  </a:rPr>
                  <a:t> </a:t>
                </a:r>
              </a:p>
            </p:txBody>
          </p:sp>
        </mc:Fallback>
      </mc:AlternateContent>
      <p:sp>
        <p:nvSpPr>
          <p:cNvPr id="28" name="ZoneTexte 27">
            <a:extLst>
              <a:ext uri="{FF2B5EF4-FFF2-40B4-BE49-F238E27FC236}">
                <a16:creationId xmlns:a16="http://schemas.microsoft.com/office/drawing/2014/main" id="{3A46D74A-4E18-2015-5F6B-644035AAB796}"/>
              </a:ext>
            </a:extLst>
          </p:cNvPr>
          <p:cNvSpPr txBox="1"/>
          <p:nvPr/>
        </p:nvSpPr>
        <p:spPr>
          <a:xfrm>
            <a:off x="838197" y="2450346"/>
            <a:ext cx="5257801" cy="369332"/>
          </a:xfrm>
          <a:prstGeom prst="rect">
            <a:avLst/>
          </a:prstGeom>
          <a:noFill/>
        </p:spPr>
        <p:txBody>
          <a:bodyPr wrap="square">
            <a:spAutoFit/>
          </a:bodyPr>
          <a:lstStyle/>
          <a:p>
            <a:r>
              <a:rPr lang="en-GB" b="0" noProof="0" dirty="0">
                <a:solidFill>
                  <a:schemeClr val="accent1"/>
                </a:solidFill>
                <a:latin typeface="Cambria Math" panose="02040503050406030204" pitchFamily="18" charset="0"/>
              </a:rPr>
              <a:t>Multiplicative / Luong Attention (2 possibilities)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1D04402E-F6BD-168C-1360-0F235D4F85E9}"/>
                  </a:ext>
                </a:extLst>
              </p:cNvPr>
              <p:cNvSpPr txBox="1"/>
              <p:nvPr/>
            </p:nvSpPr>
            <p:spPr>
              <a:xfrm>
                <a:off x="5850851" y="2879341"/>
                <a:ext cx="1856598"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solidFill>
                            <a:schemeClr val="accent1"/>
                          </a:solidFill>
                          <a:latin typeface="Cambria Math" panose="02040503050406030204" pitchFamily="18" charset="0"/>
                        </a:rPr>
                        <m:t>𝑓</m:t>
                      </m:r>
                      <m:d>
                        <m:dPr>
                          <m:ctrlPr>
                            <a:rPr lang="fr-FR" i="1" smtClean="0">
                              <a:solidFill>
                                <a:schemeClr val="accent1"/>
                              </a:solidFill>
                              <a:latin typeface="Cambria Math" panose="02040503050406030204" pitchFamily="18" charset="0"/>
                            </a:rPr>
                          </m:ctrlPr>
                        </m:dPr>
                        <m:e>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r>
                            <a:rPr lang="fr-FR" b="0" i="1" smtClean="0">
                              <a:solidFill>
                                <a:schemeClr val="accent1"/>
                              </a:solidFill>
                              <a:latin typeface="Cambria Math" panose="02040503050406030204" pitchFamily="18" charset="0"/>
                            </a:rPr>
                            <m:t>,</m:t>
                          </m:r>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Sub>
                        </m:e>
                      </m:d>
                      <m:r>
                        <a:rPr lang="fr-FR" b="0" i="1" smtClean="0">
                          <a:solidFill>
                            <a:schemeClr val="accent1"/>
                          </a:solidFill>
                          <a:latin typeface="Cambria Math" panose="02040503050406030204" pitchFamily="18" charset="0"/>
                        </a:rPr>
                        <m:t>=</m:t>
                      </m:r>
                      <m:sSubSup>
                        <m:sSubSupPr>
                          <m:ctrlPr>
                            <a:rPr lang="fr-FR" i="1" smtClean="0">
                              <a:solidFill>
                                <a:schemeClr val="accent1"/>
                              </a:solidFill>
                              <a:latin typeface="Cambria Math" panose="02040503050406030204" pitchFamily="18" charset="0"/>
                            </a:rPr>
                          </m:ctrlPr>
                        </m:sSubSup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up>
                          <m:r>
                            <a:rPr lang="fr-FR" b="0" i="1" smtClean="0">
                              <a:solidFill>
                                <a:schemeClr val="accent1"/>
                              </a:solidFill>
                              <a:latin typeface="Cambria Math" panose="02040503050406030204" pitchFamily="18" charset="0"/>
                            </a:rPr>
                            <m:t>𝑇</m:t>
                          </m:r>
                        </m:sup>
                      </m:sSubSup>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𝑊h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3" name="ZoneTexte 2">
                <a:extLst>
                  <a:ext uri="{FF2B5EF4-FFF2-40B4-BE49-F238E27FC236}">
                    <a16:creationId xmlns:a16="http://schemas.microsoft.com/office/drawing/2014/main" id="{1D04402E-F6BD-168C-1360-0F235D4F85E9}"/>
                  </a:ext>
                </a:extLst>
              </p:cNvPr>
              <p:cNvSpPr txBox="1">
                <a:spLocks noRot="1" noChangeAspect="1" noMove="1" noResize="1" noEditPoints="1" noAdjustHandles="1" noChangeArrowheads="1" noChangeShapeType="1" noTextEdit="1"/>
              </p:cNvSpPr>
              <p:nvPr/>
            </p:nvSpPr>
            <p:spPr>
              <a:xfrm>
                <a:off x="5850851" y="2879341"/>
                <a:ext cx="1856598" cy="331373"/>
              </a:xfrm>
              <a:prstGeom prst="rect">
                <a:avLst/>
              </a:prstGeom>
              <a:blipFill>
                <a:blip r:embed="rId4"/>
                <a:stretch>
                  <a:fillRect l="-2721" b="-22222"/>
                </a:stretch>
              </a:blipFill>
            </p:spPr>
            <p:txBody>
              <a:bodyPr/>
              <a:lstStyle/>
              <a:p>
                <a:r>
                  <a:rPr lang="en-GB">
                    <a:noFill/>
                  </a:rPr>
                  <a:t> </a:t>
                </a:r>
              </a:p>
            </p:txBody>
          </p:sp>
        </mc:Fallback>
      </mc:AlternateContent>
      <p:sp>
        <p:nvSpPr>
          <p:cNvPr id="7" name="Rectangle : coins arrondis 6">
            <a:extLst>
              <a:ext uri="{FF2B5EF4-FFF2-40B4-BE49-F238E27FC236}">
                <a16:creationId xmlns:a16="http://schemas.microsoft.com/office/drawing/2014/main" id="{928E91C0-4BB9-2161-8E37-D0E5E5AF9FBB}"/>
              </a:ext>
            </a:extLst>
          </p:cNvPr>
          <p:cNvSpPr/>
          <p:nvPr/>
        </p:nvSpPr>
        <p:spPr>
          <a:xfrm>
            <a:off x="1018665" y="3346746"/>
            <a:ext cx="1892502" cy="190932"/>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9" name="Rectangle : coins arrondis 8">
            <a:extLst>
              <a:ext uri="{FF2B5EF4-FFF2-40B4-BE49-F238E27FC236}">
                <a16:creationId xmlns:a16="http://schemas.microsoft.com/office/drawing/2014/main" id="{F6AF1E25-FA8E-CB58-3A17-617805B259CD}"/>
              </a:ext>
            </a:extLst>
          </p:cNvPr>
          <p:cNvSpPr/>
          <p:nvPr/>
        </p:nvSpPr>
        <p:spPr>
          <a:xfrm>
            <a:off x="1965351" y="5058250"/>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0" name="Connecteur droit avec flèche 9">
            <a:extLst>
              <a:ext uri="{FF2B5EF4-FFF2-40B4-BE49-F238E27FC236}">
                <a16:creationId xmlns:a16="http://schemas.microsoft.com/office/drawing/2014/main" id="{C36D36D4-83E8-5DD8-235E-7B88208AC9AA}"/>
              </a:ext>
            </a:extLst>
          </p:cNvPr>
          <p:cNvCxnSpPr>
            <a:cxnSpLocks/>
            <a:endCxn id="9" idx="2"/>
          </p:cNvCxnSpPr>
          <p:nvPr/>
        </p:nvCxnSpPr>
        <p:spPr>
          <a:xfrm flipH="1" flipV="1">
            <a:off x="2060679" y="5403744"/>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2" name="Rectangle : coins arrondis 11">
            <a:extLst>
              <a:ext uri="{FF2B5EF4-FFF2-40B4-BE49-F238E27FC236}">
                <a16:creationId xmlns:a16="http://schemas.microsoft.com/office/drawing/2014/main" id="{DD410AB1-A530-55D9-A244-CE96328F738C}"/>
              </a:ext>
            </a:extLst>
          </p:cNvPr>
          <p:cNvSpPr/>
          <p:nvPr/>
        </p:nvSpPr>
        <p:spPr>
          <a:xfrm>
            <a:off x="2400046" y="5061014"/>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3" name="Connecteur droit avec flèche 12">
            <a:extLst>
              <a:ext uri="{FF2B5EF4-FFF2-40B4-BE49-F238E27FC236}">
                <a16:creationId xmlns:a16="http://schemas.microsoft.com/office/drawing/2014/main" id="{2D5FF740-B460-A4A6-EDBC-E17C3B053053}"/>
              </a:ext>
            </a:extLst>
          </p:cNvPr>
          <p:cNvCxnSpPr>
            <a:cxnSpLocks/>
            <a:endCxn id="12" idx="2"/>
          </p:cNvCxnSpPr>
          <p:nvPr/>
        </p:nvCxnSpPr>
        <p:spPr>
          <a:xfrm flipH="1" flipV="1">
            <a:off x="2495374" y="5406507"/>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F08FEB36-0CD3-AF95-F228-D02C0DEB9A02}"/>
              </a:ext>
            </a:extLst>
          </p:cNvPr>
          <p:cNvCxnSpPr>
            <a:cxnSpLocks/>
          </p:cNvCxnSpPr>
          <p:nvPr/>
        </p:nvCxnSpPr>
        <p:spPr>
          <a:xfrm>
            <a:off x="2156005" y="5266260"/>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5" name="Rectangle : coins arrondis 14">
            <a:extLst>
              <a:ext uri="{FF2B5EF4-FFF2-40B4-BE49-F238E27FC236}">
                <a16:creationId xmlns:a16="http://schemas.microsoft.com/office/drawing/2014/main" id="{4B2BBCA0-C59A-DCE5-813F-B69E8BE49EC6}"/>
              </a:ext>
            </a:extLst>
          </p:cNvPr>
          <p:cNvSpPr/>
          <p:nvPr/>
        </p:nvSpPr>
        <p:spPr>
          <a:xfrm>
            <a:off x="1092209" y="5054725"/>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6" name="Rectangle : coins arrondis 15">
            <a:extLst>
              <a:ext uri="{FF2B5EF4-FFF2-40B4-BE49-F238E27FC236}">
                <a16:creationId xmlns:a16="http://schemas.microsoft.com/office/drawing/2014/main" id="{9428B0C9-3A83-FF7C-7C2A-56810CCF93CF}"/>
              </a:ext>
            </a:extLst>
          </p:cNvPr>
          <p:cNvSpPr/>
          <p:nvPr/>
        </p:nvSpPr>
        <p:spPr>
          <a:xfrm>
            <a:off x="1526904" y="5057488"/>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7" name="Connecteur droit avec flèche 16">
            <a:extLst>
              <a:ext uri="{FF2B5EF4-FFF2-40B4-BE49-F238E27FC236}">
                <a16:creationId xmlns:a16="http://schemas.microsoft.com/office/drawing/2014/main" id="{5FBF4C47-5F78-530B-14DB-70F86B943CE2}"/>
              </a:ext>
            </a:extLst>
          </p:cNvPr>
          <p:cNvCxnSpPr>
            <a:cxnSpLocks/>
          </p:cNvCxnSpPr>
          <p:nvPr/>
        </p:nvCxnSpPr>
        <p:spPr>
          <a:xfrm>
            <a:off x="1282865" y="5262735"/>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8C2661BE-886C-FEB3-BCE3-E40BFB5A804D}"/>
              </a:ext>
            </a:extLst>
          </p:cNvPr>
          <p:cNvCxnSpPr>
            <a:cxnSpLocks/>
          </p:cNvCxnSpPr>
          <p:nvPr/>
        </p:nvCxnSpPr>
        <p:spPr>
          <a:xfrm flipV="1">
            <a:off x="1717560" y="5266261"/>
            <a:ext cx="247791" cy="4766"/>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BDB9644E-2003-064D-F811-A5D859EC1EF1}"/>
              </a:ext>
            </a:extLst>
          </p:cNvPr>
          <p:cNvCxnSpPr>
            <a:cxnSpLocks/>
            <a:stCxn id="15" idx="0"/>
          </p:cNvCxnSpPr>
          <p:nvPr/>
        </p:nvCxnSpPr>
        <p:spPr>
          <a:xfrm flipV="1">
            <a:off x="1187537" y="4048217"/>
            <a:ext cx="2123" cy="1006508"/>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F1D1E39C-E7DE-A61C-2D0B-2FFBE6BB43E2}"/>
              </a:ext>
            </a:extLst>
          </p:cNvPr>
          <p:cNvCxnSpPr>
            <a:cxnSpLocks/>
          </p:cNvCxnSpPr>
          <p:nvPr/>
        </p:nvCxnSpPr>
        <p:spPr>
          <a:xfrm flipH="1" flipV="1">
            <a:off x="1617907" y="5406507"/>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01B171D3-4F1C-6850-D806-84DE64830F3D}"/>
              </a:ext>
            </a:extLst>
          </p:cNvPr>
          <p:cNvCxnSpPr>
            <a:cxnSpLocks/>
          </p:cNvCxnSpPr>
          <p:nvPr/>
        </p:nvCxnSpPr>
        <p:spPr>
          <a:xfrm flipH="1" flipV="1">
            <a:off x="1186186" y="5412221"/>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2035802B-B79F-E4A2-B3F5-6622BD603236}"/>
              </a:ext>
            </a:extLst>
          </p:cNvPr>
          <p:cNvSpPr txBox="1"/>
          <p:nvPr/>
        </p:nvSpPr>
        <p:spPr>
          <a:xfrm>
            <a:off x="1052532" y="3759499"/>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26" name="Connecteur droit avec flèche 25">
            <a:extLst>
              <a:ext uri="{FF2B5EF4-FFF2-40B4-BE49-F238E27FC236}">
                <a16:creationId xmlns:a16="http://schemas.microsoft.com/office/drawing/2014/main" id="{D674775C-5840-AC90-3FA9-916B9F6E1FF8}"/>
              </a:ext>
            </a:extLst>
          </p:cNvPr>
          <p:cNvCxnSpPr>
            <a:cxnSpLocks/>
          </p:cNvCxnSpPr>
          <p:nvPr/>
        </p:nvCxnSpPr>
        <p:spPr>
          <a:xfrm>
            <a:off x="2157576" y="5197202"/>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0F524D7B-01BE-677E-4185-D259B92FD132}"/>
              </a:ext>
            </a:extLst>
          </p:cNvPr>
          <p:cNvCxnSpPr>
            <a:cxnSpLocks/>
          </p:cNvCxnSpPr>
          <p:nvPr/>
        </p:nvCxnSpPr>
        <p:spPr>
          <a:xfrm>
            <a:off x="1284436" y="5193678"/>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02F635B5-712B-2DA4-2577-332621158033}"/>
              </a:ext>
            </a:extLst>
          </p:cNvPr>
          <p:cNvCxnSpPr>
            <a:cxnSpLocks/>
          </p:cNvCxnSpPr>
          <p:nvPr/>
        </p:nvCxnSpPr>
        <p:spPr>
          <a:xfrm flipV="1">
            <a:off x="1719131" y="5197203"/>
            <a:ext cx="247791" cy="4766"/>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551F53D3-8690-1A68-77AA-2F7208DBE534}"/>
              </a:ext>
            </a:extLst>
          </p:cNvPr>
          <p:cNvCxnSpPr>
            <a:cxnSpLocks/>
          </p:cNvCxnSpPr>
          <p:nvPr/>
        </p:nvCxnSpPr>
        <p:spPr>
          <a:xfrm flipV="1">
            <a:off x="1623731" y="4220130"/>
            <a:ext cx="2123" cy="822578"/>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6DC902D2-71F6-CBF9-785E-FCCAD6197014}"/>
              </a:ext>
            </a:extLst>
          </p:cNvPr>
          <p:cNvCxnSpPr>
            <a:cxnSpLocks/>
          </p:cNvCxnSpPr>
          <p:nvPr/>
        </p:nvCxnSpPr>
        <p:spPr>
          <a:xfrm flipV="1">
            <a:off x="2070773" y="4496706"/>
            <a:ext cx="2123" cy="548385"/>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E88345D2-0BE2-D8ED-40BD-3B484666D63A}"/>
              </a:ext>
            </a:extLst>
          </p:cNvPr>
          <p:cNvCxnSpPr>
            <a:cxnSpLocks/>
          </p:cNvCxnSpPr>
          <p:nvPr/>
        </p:nvCxnSpPr>
        <p:spPr>
          <a:xfrm flipV="1">
            <a:off x="2495374" y="4776217"/>
            <a:ext cx="2123" cy="274193"/>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936307D2-C9A6-E9A8-E2FC-280B7B8EB3E8}"/>
              </a:ext>
            </a:extLst>
          </p:cNvPr>
          <p:cNvSpPr txBox="1"/>
          <p:nvPr/>
        </p:nvSpPr>
        <p:spPr>
          <a:xfrm>
            <a:off x="1478133" y="3938419"/>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34" name="ZoneTexte 33">
            <a:extLst>
              <a:ext uri="{FF2B5EF4-FFF2-40B4-BE49-F238E27FC236}">
                <a16:creationId xmlns:a16="http://schemas.microsoft.com/office/drawing/2014/main" id="{6151DF95-235B-7EFB-4189-ACD429D52BDD}"/>
              </a:ext>
            </a:extLst>
          </p:cNvPr>
          <p:cNvSpPr txBox="1"/>
          <p:nvPr/>
        </p:nvSpPr>
        <p:spPr>
          <a:xfrm>
            <a:off x="1941875" y="4204367"/>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35" name="ZoneTexte 34">
            <a:extLst>
              <a:ext uri="{FF2B5EF4-FFF2-40B4-BE49-F238E27FC236}">
                <a16:creationId xmlns:a16="http://schemas.microsoft.com/office/drawing/2014/main" id="{7787705A-3995-1331-3DA5-3B2AB7401F45}"/>
              </a:ext>
            </a:extLst>
          </p:cNvPr>
          <p:cNvSpPr txBox="1"/>
          <p:nvPr/>
        </p:nvSpPr>
        <p:spPr>
          <a:xfrm>
            <a:off x="2377316" y="4487940"/>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AE8E9C00-7A1B-C294-2969-B0250DE66FAA}"/>
                  </a:ext>
                </a:extLst>
              </p:cNvPr>
              <p:cNvSpPr txBox="1"/>
              <p:nvPr/>
            </p:nvSpPr>
            <p:spPr>
              <a:xfrm>
                <a:off x="1018664" y="4890390"/>
                <a:ext cx="175090"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36" name="ZoneTexte 35">
                <a:extLst>
                  <a:ext uri="{FF2B5EF4-FFF2-40B4-BE49-F238E27FC236}">
                    <a16:creationId xmlns:a16="http://schemas.microsoft.com/office/drawing/2014/main" id="{AE8E9C00-7A1B-C294-2969-B0250DE66FAA}"/>
                  </a:ext>
                </a:extLst>
              </p:cNvPr>
              <p:cNvSpPr txBox="1">
                <a:spLocks noRot="1" noChangeAspect="1" noMove="1" noResize="1" noEditPoints="1" noAdjustHandles="1" noChangeArrowheads="1" noChangeShapeType="1" noTextEdit="1"/>
              </p:cNvSpPr>
              <p:nvPr/>
            </p:nvSpPr>
            <p:spPr>
              <a:xfrm>
                <a:off x="1018664" y="4890390"/>
                <a:ext cx="175090" cy="164092"/>
              </a:xfrm>
              <a:prstGeom prst="rect">
                <a:avLst/>
              </a:prstGeom>
              <a:blipFill>
                <a:blip r:embed="rId5"/>
                <a:stretch>
                  <a:fillRect l="-40000" r="-13333"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6BCA5918-68AB-9AF9-6D3B-C79C41338FA9}"/>
                  </a:ext>
                </a:extLst>
              </p:cNvPr>
              <p:cNvSpPr txBox="1"/>
              <p:nvPr/>
            </p:nvSpPr>
            <p:spPr>
              <a:xfrm>
                <a:off x="1443016"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37" name="ZoneTexte 36">
                <a:extLst>
                  <a:ext uri="{FF2B5EF4-FFF2-40B4-BE49-F238E27FC236}">
                    <a16:creationId xmlns:a16="http://schemas.microsoft.com/office/drawing/2014/main" id="{6BCA5918-68AB-9AF9-6D3B-C79C41338FA9}"/>
                  </a:ext>
                </a:extLst>
              </p:cNvPr>
              <p:cNvSpPr txBox="1">
                <a:spLocks noRot="1" noChangeAspect="1" noMove="1" noResize="1" noEditPoints="1" noAdjustHandles="1" noChangeArrowheads="1" noChangeShapeType="1" noTextEdit="1"/>
              </p:cNvSpPr>
              <p:nvPr/>
            </p:nvSpPr>
            <p:spPr>
              <a:xfrm>
                <a:off x="1443016" y="4890390"/>
                <a:ext cx="178487" cy="164092"/>
              </a:xfrm>
              <a:prstGeom prst="rect">
                <a:avLst/>
              </a:prstGeom>
              <a:blipFill>
                <a:blip r:embed="rId6"/>
                <a:stretch>
                  <a:fillRect l="-33333" r="-200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CC854287-8597-CB70-8C37-0586BC0984DD}"/>
                  </a:ext>
                </a:extLst>
              </p:cNvPr>
              <p:cNvSpPr txBox="1"/>
              <p:nvPr/>
            </p:nvSpPr>
            <p:spPr>
              <a:xfrm>
                <a:off x="1916113"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38" name="ZoneTexte 37">
                <a:extLst>
                  <a:ext uri="{FF2B5EF4-FFF2-40B4-BE49-F238E27FC236}">
                    <a16:creationId xmlns:a16="http://schemas.microsoft.com/office/drawing/2014/main" id="{CC854287-8597-CB70-8C37-0586BC0984DD}"/>
                  </a:ext>
                </a:extLst>
              </p:cNvPr>
              <p:cNvSpPr txBox="1">
                <a:spLocks noRot="1" noChangeAspect="1" noMove="1" noResize="1" noEditPoints="1" noAdjustHandles="1" noChangeArrowheads="1" noChangeShapeType="1" noTextEdit="1"/>
              </p:cNvSpPr>
              <p:nvPr/>
            </p:nvSpPr>
            <p:spPr>
              <a:xfrm>
                <a:off x="1916113" y="4890390"/>
                <a:ext cx="178487" cy="164092"/>
              </a:xfrm>
              <a:prstGeom prst="rect">
                <a:avLst/>
              </a:prstGeom>
              <a:blipFill>
                <a:blip r:embed="rId7"/>
                <a:stretch>
                  <a:fillRect l="-31250" r="-125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324E4FF0-B3E9-D4A3-8901-32BF2EC9934B}"/>
                  </a:ext>
                </a:extLst>
              </p:cNvPr>
              <p:cNvSpPr txBox="1"/>
              <p:nvPr/>
            </p:nvSpPr>
            <p:spPr>
              <a:xfrm>
                <a:off x="2323397"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39" name="ZoneTexte 38">
                <a:extLst>
                  <a:ext uri="{FF2B5EF4-FFF2-40B4-BE49-F238E27FC236}">
                    <a16:creationId xmlns:a16="http://schemas.microsoft.com/office/drawing/2014/main" id="{324E4FF0-B3E9-D4A3-8901-32BF2EC9934B}"/>
                  </a:ext>
                </a:extLst>
              </p:cNvPr>
              <p:cNvSpPr txBox="1">
                <a:spLocks noRot="1" noChangeAspect="1" noMove="1" noResize="1" noEditPoints="1" noAdjustHandles="1" noChangeArrowheads="1" noChangeShapeType="1" noTextEdit="1"/>
              </p:cNvSpPr>
              <p:nvPr/>
            </p:nvSpPr>
            <p:spPr>
              <a:xfrm>
                <a:off x="2323397" y="4890390"/>
                <a:ext cx="178487" cy="164092"/>
              </a:xfrm>
              <a:prstGeom prst="rect">
                <a:avLst/>
              </a:prstGeom>
              <a:blipFill>
                <a:blip r:embed="rId8"/>
                <a:stretch>
                  <a:fillRect l="-33333" r="-200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B8D7DE3A-B33F-3DDA-74ED-0A8E3243D604}"/>
                  </a:ext>
                </a:extLst>
              </p:cNvPr>
              <p:cNvSpPr txBox="1"/>
              <p:nvPr/>
            </p:nvSpPr>
            <p:spPr>
              <a:xfrm>
                <a:off x="117381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1" name="ZoneTexte 40">
                <a:extLst>
                  <a:ext uri="{FF2B5EF4-FFF2-40B4-BE49-F238E27FC236}">
                    <a16:creationId xmlns:a16="http://schemas.microsoft.com/office/drawing/2014/main" id="{B8D7DE3A-B33F-3DDA-74ED-0A8E3243D604}"/>
                  </a:ext>
                </a:extLst>
              </p:cNvPr>
              <p:cNvSpPr txBox="1">
                <a:spLocks noRot="1" noChangeAspect="1" noMove="1" noResize="1" noEditPoints="1" noAdjustHandles="1" noChangeArrowheads="1" noChangeShapeType="1" noTextEdit="1"/>
              </p:cNvSpPr>
              <p:nvPr/>
            </p:nvSpPr>
            <p:spPr>
              <a:xfrm>
                <a:off x="1173810" y="3605682"/>
                <a:ext cx="427340" cy="93767"/>
              </a:xfrm>
              <a:prstGeom prst="rect">
                <a:avLst/>
              </a:prstGeom>
              <a:blipFill>
                <a:blip r:embed="rId9"/>
                <a:stretch>
                  <a:fillRect l="-5714" t="-11111" r="-571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CA0B63E6-1661-0BF4-1302-AFED9E093FC8}"/>
                  </a:ext>
                </a:extLst>
              </p:cNvPr>
              <p:cNvSpPr txBox="1"/>
              <p:nvPr/>
            </p:nvSpPr>
            <p:spPr>
              <a:xfrm>
                <a:off x="160115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2" name="ZoneTexte 41">
                <a:extLst>
                  <a:ext uri="{FF2B5EF4-FFF2-40B4-BE49-F238E27FC236}">
                    <a16:creationId xmlns:a16="http://schemas.microsoft.com/office/drawing/2014/main" id="{CA0B63E6-1661-0BF4-1302-AFED9E093FC8}"/>
                  </a:ext>
                </a:extLst>
              </p:cNvPr>
              <p:cNvSpPr txBox="1">
                <a:spLocks noRot="1" noChangeAspect="1" noMove="1" noResize="1" noEditPoints="1" noAdjustHandles="1" noChangeArrowheads="1" noChangeShapeType="1" noTextEdit="1"/>
              </p:cNvSpPr>
              <p:nvPr/>
            </p:nvSpPr>
            <p:spPr>
              <a:xfrm>
                <a:off x="1601150" y="3605682"/>
                <a:ext cx="427340" cy="93767"/>
              </a:xfrm>
              <a:prstGeom prst="rect">
                <a:avLst/>
              </a:prstGeom>
              <a:blipFill>
                <a:blip r:embed="rId10"/>
                <a:stretch>
                  <a:fillRect l="-8824" t="-11111" r="-882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47276744-F763-E509-9C5C-ADCB5C1EC569}"/>
                  </a:ext>
                </a:extLst>
              </p:cNvPr>
              <p:cNvSpPr txBox="1"/>
              <p:nvPr/>
            </p:nvSpPr>
            <p:spPr>
              <a:xfrm>
                <a:off x="206047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3" name="ZoneTexte 42">
                <a:extLst>
                  <a:ext uri="{FF2B5EF4-FFF2-40B4-BE49-F238E27FC236}">
                    <a16:creationId xmlns:a16="http://schemas.microsoft.com/office/drawing/2014/main" id="{47276744-F763-E509-9C5C-ADCB5C1EC569}"/>
                  </a:ext>
                </a:extLst>
              </p:cNvPr>
              <p:cNvSpPr txBox="1">
                <a:spLocks noRot="1" noChangeAspect="1" noMove="1" noResize="1" noEditPoints="1" noAdjustHandles="1" noChangeArrowheads="1" noChangeShapeType="1" noTextEdit="1"/>
              </p:cNvSpPr>
              <p:nvPr/>
            </p:nvSpPr>
            <p:spPr>
              <a:xfrm>
                <a:off x="2060470" y="3605682"/>
                <a:ext cx="427340" cy="93767"/>
              </a:xfrm>
              <a:prstGeom prst="rect">
                <a:avLst/>
              </a:prstGeom>
              <a:blipFill>
                <a:blip r:embed="rId11"/>
                <a:stretch>
                  <a:fillRect l="-8824" t="-11111" r="-882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CA902CE0-9004-D07C-F8FF-08994DB04810}"/>
                  </a:ext>
                </a:extLst>
              </p:cNvPr>
              <p:cNvSpPr txBox="1"/>
              <p:nvPr/>
            </p:nvSpPr>
            <p:spPr>
              <a:xfrm>
                <a:off x="248595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4" name="ZoneTexte 43">
                <a:extLst>
                  <a:ext uri="{FF2B5EF4-FFF2-40B4-BE49-F238E27FC236}">
                    <a16:creationId xmlns:a16="http://schemas.microsoft.com/office/drawing/2014/main" id="{CA902CE0-9004-D07C-F8FF-08994DB04810}"/>
                  </a:ext>
                </a:extLst>
              </p:cNvPr>
              <p:cNvSpPr txBox="1">
                <a:spLocks noRot="1" noChangeAspect="1" noMove="1" noResize="1" noEditPoints="1" noAdjustHandles="1" noChangeArrowheads="1" noChangeShapeType="1" noTextEdit="1"/>
              </p:cNvSpPr>
              <p:nvPr/>
            </p:nvSpPr>
            <p:spPr>
              <a:xfrm>
                <a:off x="2485950" y="3605682"/>
                <a:ext cx="427340" cy="93767"/>
              </a:xfrm>
              <a:prstGeom prst="rect">
                <a:avLst/>
              </a:prstGeom>
              <a:blipFill>
                <a:blip r:embed="rId12"/>
                <a:stretch>
                  <a:fillRect l="-5714" t="-11111" r="-5714" b="-66667"/>
                </a:stretch>
              </a:blipFill>
            </p:spPr>
            <p:txBody>
              <a:bodyPr/>
              <a:lstStyle/>
              <a:p>
                <a:r>
                  <a:rPr lang="en-GB">
                    <a:noFill/>
                  </a:rPr>
                  <a:t> </a:t>
                </a:r>
              </a:p>
            </p:txBody>
          </p:sp>
        </mc:Fallback>
      </mc:AlternateContent>
      <p:cxnSp>
        <p:nvCxnSpPr>
          <p:cNvPr id="45" name="Connecteur droit avec flèche 44">
            <a:extLst>
              <a:ext uri="{FF2B5EF4-FFF2-40B4-BE49-F238E27FC236}">
                <a16:creationId xmlns:a16="http://schemas.microsoft.com/office/drawing/2014/main" id="{912E788D-5853-5F84-FA5B-4A339B6116B3}"/>
              </a:ext>
            </a:extLst>
          </p:cNvPr>
          <p:cNvCxnSpPr>
            <a:cxnSpLocks/>
          </p:cNvCxnSpPr>
          <p:nvPr/>
        </p:nvCxnSpPr>
        <p:spPr>
          <a:xfrm flipV="1">
            <a:off x="1193754" y="3550516"/>
            <a:ext cx="2123" cy="191935"/>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35349781-230F-26E7-12E9-8CFAD1CF5E00}"/>
              </a:ext>
            </a:extLst>
          </p:cNvPr>
          <p:cNvCxnSpPr>
            <a:cxnSpLocks/>
          </p:cNvCxnSpPr>
          <p:nvPr/>
        </p:nvCxnSpPr>
        <p:spPr>
          <a:xfrm flipV="1">
            <a:off x="1621503" y="3550517"/>
            <a:ext cx="2123" cy="38386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15A57490-5C74-270C-E0EB-6106A113679F}"/>
              </a:ext>
            </a:extLst>
          </p:cNvPr>
          <p:cNvCxnSpPr>
            <a:cxnSpLocks/>
          </p:cNvCxnSpPr>
          <p:nvPr/>
        </p:nvCxnSpPr>
        <p:spPr>
          <a:xfrm flipV="1">
            <a:off x="2088426" y="3550516"/>
            <a:ext cx="2123" cy="658062"/>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85ED04B6-3BE9-D839-9833-62656B2C20F7}"/>
              </a:ext>
            </a:extLst>
          </p:cNvPr>
          <p:cNvCxnSpPr>
            <a:cxnSpLocks/>
          </p:cNvCxnSpPr>
          <p:nvPr/>
        </p:nvCxnSpPr>
        <p:spPr>
          <a:xfrm flipV="1">
            <a:off x="2511937" y="3550516"/>
            <a:ext cx="2123" cy="932255"/>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9892A4C1-9BAB-704D-2A5B-953E8CE8D523}"/>
              </a:ext>
            </a:extLst>
          </p:cNvPr>
          <p:cNvCxnSpPr>
            <a:cxnSpLocks/>
          </p:cNvCxnSpPr>
          <p:nvPr/>
        </p:nvCxnSpPr>
        <p:spPr>
          <a:xfrm flipV="1">
            <a:off x="1196620" y="3157749"/>
            <a:ext cx="0"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6D2A3DE4-08F1-ECE5-F1BA-5E4FE0956017}"/>
              </a:ext>
            </a:extLst>
          </p:cNvPr>
          <p:cNvCxnSpPr>
            <a:cxnSpLocks/>
          </p:cNvCxnSpPr>
          <p:nvPr/>
        </p:nvCxnSpPr>
        <p:spPr>
          <a:xfrm flipV="1">
            <a:off x="1618620" y="3157749"/>
            <a:ext cx="0"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EA1ADEE9-C3D0-92BD-53E0-413B67FD59AB}"/>
              </a:ext>
            </a:extLst>
          </p:cNvPr>
          <p:cNvCxnSpPr>
            <a:cxnSpLocks/>
          </p:cNvCxnSpPr>
          <p:nvPr/>
        </p:nvCxnSpPr>
        <p:spPr>
          <a:xfrm flipV="1">
            <a:off x="2089791" y="3157749"/>
            <a:ext cx="2124"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C98C3790-13E5-DA05-3DA9-AFEB15395191}"/>
              </a:ext>
            </a:extLst>
          </p:cNvPr>
          <p:cNvCxnSpPr>
            <a:cxnSpLocks/>
          </p:cNvCxnSpPr>
          <p:nvPr/>
        </p:nvCxnSpPr>
        <p:spPr>
          <a:xfrm flipV="1">
            <a:off x="2501884" y="3157749"/>
            <a:ext cx="2398"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895CFFA3-5F75-DE92-BEA2-52A8CAA2BB46}"/>
                  </a:ext>
                </a:extLst>
              </p:cNvPr>
              <p:cNvSpPr txBox="1">
                <a:spLocks noChangeAspect="1"/>
              </p:cNvSpPr>
              <p:nvPr/>
            </p:nvSpPr>
            <p:spPr>
              <a:xfrm>
                <a:off x="1115081" y="2981414"/>
                <a:ext cx="228819" cy="1464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1,0</m:t>
                          </m:r>
                        </m:sub>
                      </m:sSub>
                    </m:oMath>
                  </m:oMathPara>
                </a14:m>
                <a:endParaRPr lang="en-GB" sz="1200" dirty="0"/>
              </a:p>
            </p:txBody>
          </p:sp>
        </mc:Choice>
        <mc:Fallback xmlns="">
          <p:sp>
            <p:nvSpPr>
              <p:cNvPr id="53" name="ZoneTexte 52">
                <a:extLst>
                  <a:ext uri="{FF2B5EF4-FFF2-40B4-BE49-F238E27FC236}">
                    <a16:creationId xmlns:a16="http://schemas.microsoft.com/office/drawing/2014/main" id="{895CFFA3-5F75-DE92-BEA2-52A8CAA2BB46}"/>
                  </a:ext>
                </a:extLst>
              </p:cNvPr>
              <p:cNvSpPr txBox="1">
                <a:spLocks noRot="1" noChangeAspect="1" noMove="1" noResize="1" noEditPoints="1" noAdjustHandles="1" noChangeArrowheads="1" noChangeShapeType="1" noTextEdit="1"/>
              </p:cNvSpPr>
              <p:nvPr/>
            </p:nvSpPr>
            <p:spPr>
              <a:xfrm>
                <a:off x="1115081" y="2981414"/>
                <a:ext cx="228819" cy="146409"/>
              </a:xfrm>
              <a:prstGeom prst="rect">
                <a:avLst/>
              </a:prstGeom>
              <a:blipFill>
                <a:blip r:embed="rId13"/>
                <a:stretch>
                  <a:fillRect l="-15789" r="-21053" b="-3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45854FC1-31C5-3C8B-9ED7-044FD2983305}"/>
                  </a:ext>
                </a:extLst>
              </p:cNvPr>
              <p:cNvSpPr txBox="1">
                <a:spLocks noChangeAspect="1"/>
              </p:cNvSpPr>
              <p:nvPr/>
            </p:nvSpPr>
            <p:spPr>
              <a:xfrm>
                <a:off x="1498349" y="2977584"/>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2,0</m:t>
                          </m:r>
                        </m:sub>
                      </m:sSub>
                    </m:oMath>
                  </m:oMathPara>
                </a14:m>
                <a:endParaRPr lang="en-GB" sz="1200" dirty="0"/>
              </a:p>
            </p:txBody>
          </p:sp>
        </mc:Choice>
        <mc:Fallback xmlns="">
          <p:sp>
            <p:nvSpPr>
              <p:cNvPr id="54" name="ZoneTexte 53">
                <a:extLst>
                  <a:ext uri="{FF2B5EF4-FFF2-40B4-BE49-F238E27FC236}">
                    <a16:creationId xmlns:a16="http://schemas.microsoft.com/office/drawing/2014/main" id="{45854FC1-31C5-3C8B-9ED7-044FD2983305}"/>
                  </a:ext>
                </a:extLst>
              </p:cNvPr>
              <p:cNvSpPr txBox="1">
                <a:spLocks noRot="1" noChangeAspect="1" noMove="1" noResize="1" noEditPoints="1" noAdjustHandles="1" noChangeArrowheads="1" noChangeShapeType="1" noTextEdit="1"/>
              </p:cNvSpPr>
              <p:nvPr/>
            </p:nvSpPr>
            <p:spPr>
              <a:xfrm>
                <a:off x="1498349" y="2977584"/>
                <a:ext cx="232514" cy="146901"/>
              </a:xfrm>
              <a:prstGeom prst="rect">
                <a:avLst/>
              </a:prstGeom>
              <a:blipFill>
                <a:blip r:embed="rId14"/>
                <a:stretch>
                  <a:fillRect l="-21053" r="-21053" b="-3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9EC75032-3C04-1E24-91EB-9DFF1F74837C}"/>
                  </a:ext>
                </a:extLst>
              </p:cNvPr>
              <p:cNvSpPr txBox="1">
                <a:spLocks noChangeAspect="1"/>
              </p:cNvSpPr>
              <p:nvPr/>
            </p:nvSpPr>
            <p:spPr>
              <a:xfrm>
                <a:off x="1938647" y="2996356"/>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3,0</m:t>
                          </m:r>
                        </m:sub>
                      </m:sSub>
                    </m:oMath>
                  </m:oMathPara>
                </a14:m>
                <a:endParaRPr lang="en-GB" sz="1200" dirty="0"/>
              </a:p>
            </p:txBody>
          </p:sp>
        </mc:Choice>
        <mc:Fallback xmlns="">
          <p:sp>
            <p:nvSpPr>
              <p:cNvPr id="55" name="ZoneTexte 54">
                <a:extLst>
                  <a:ext uri="{FF2B5EF4-FFF2-40B4-BE49-F238E27FC236}">
                    <a16:creationId xmlns:a16="http://schemas.microsoft.com/office/drawing/2014/main" id="{9EC75032-3C04-1E24-91EB-9DFF1F74837C}"/>
                  </a:ext>
                </a:extLst>
              </p:cNvPr>
              <p:cNvSpPr txBox="1">
                <a:spLocks noRot="1" noChangeAspect="1" noMove="1" noResize="1" noEditPoints="1" noAdjustHandles="1" noChangeArrowheads="1" noChangeShapeType="1" noTextEdit="1"/>
              </p:cNvSpPr>
              <p:nvPr/>
            </p:nvSpPr>
            <p:spPr>
              <a:xfrm>
                <a:off x="1938647" y="2996356"/>
                <a:ext cx="232514" cy="146901"/>
              </a:xfrm>
              <a:prstGeom prst="rect">
                <a:avLst/>
              </a:prstGeom>
              <a:blipFill>
                <a:blip r:embed="rId15"/>
                <a:stretch>
                  <a:fillRect l="-15789" r="-26316" b="-41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ZoneTexte 55">
                <a:extLst>
                  <a:ext uri="{FF2B5EF4-FFF2-40B4-BE49-F238E27FC236}">
                    <a16:creationId xmlns:a16="http://schemas.microsoft.com/office/drawing/2014/main" id="{CBCB8CF7-D202-6CA0-9B81-8054F7161DD3}"/>
                  </a:ext>
                </a:extLst>
              </p:cNvPr>
              <p:cNvSpPr txBox="1">
                <a:spLocks noChangeAspect="1"/>
              </p:cNvSpPr>
              <p:nvPr/>
            </p:nvSpPr>
            <p:spPr>
              <a:xfrm>
                <a:off x="2379117" y="2998833"/>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4,0</m:t>
                          </m:r>
                        </m:sub>
                      </m:sSub>
                    </m:oMath>
                  </m:oMathPara>
                </a14:m>
                <a:endParaRPr lang="en-GB" sz="1200" dirty="0"/>
              </a:p>
            </p:txBody>
          </p:sp>
        </mc:Choice>
        <mc:Fallback xmlns="">
          <p:sp>
            <p:nvSpPr>
              <p:cNvPr id="56" name="ZoneTexte 55">
                <a:extLst>
                  <a:ext uri="{FF2B5EF4-FFF2-40B4-BE49-F238E27FC236}">
                    <a16:creationId xmlns:a16="http://schemas.microsoft.com/office/drawing/2014/main" id="{CBCB8CF7-D202-6CA0-9B81-8054F7161DD3}"/>
                  </a:ext>
                </a:extLst>
              </p:cNvPr>
              <p:cNvSpPr txBox="1">
                <a:spLocks noRot="1" noChangeAspect="1" noMove="1" noResize="1" noEditPoints="1" noAdjustHandles="1" noChangeArrowheads="1" noChangeShapeType="1" noTextEdit="1"/>
              </p:cNvSpPr>
              <p:nvPr/>
            </p:nvSpPr>
            <p:spPr>
              <a:xfrm>
                <a:off x="2379117" y="2998833"/>
                <a:ext cx="232514" cy="146901"/>
              </a:xfrm>
              <a:prstGeom prst="rect">
                <a:avLst/>
              </a:prstGeom>
              <a:blipFill>
                <a:blip r:embed="rId16"/>
                <a:stretch>
                  <a:fillRect l="-15789" r="-21053" b="-41667"/>
                </a:stretch>
              </a:blipFill>
            </p:spPr>
            <p:txBody>
              <a:bodyPr/>
              <a:lstStyle/>
              <a:p>
                <a:r>
                  <a:rPr lang="en-GB">
                    <a:noFill/>
                  </a:rPr>
                  <a:t> </a:t>
                </a:r>
              </a:p>
            </p:txBody>
          </p:sp>
        </mc:Fallback>
      </mc:AlternateContent>
      <p:sp>
        <p:nvSpPr>
          <p:cNvPr id="57" name="Accolade fermante 56">
            <a:extLst>
              <a:ext uri="{FF2B5EF4-FFF2-40B4-BE49-F238E27FC236}">
                <a16:creationId xmlns:a16="http://schemas.microsoft.com/office/drawing/2014/main" id="{FB8F9AFA-0CB2-EE58-F256-872E9EF1A4FB}"/>
              </a:ext>
            </a:extLst>
          </p:cNvPr>
          <p:cNvSpPr/>
          <p:nvPr/>
        </p:nvSpPr>
        <p:spPr>
          <a:xfrm>
            <a:off x="2727725" y="2948810"/>
            <a:ext cx="159819" cy="329340"/>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8" name="ZoneTexte 57">
                <a:extLst>
                  <a:ext uri="{FF2B5EF4-FFF2-40B4-BE49-F238E27FC236}">
                    <a16:creationId xmlns:a16="http://schemas.microsoft.com/office/drawing/2014/main" id="{5C387F04-AE65-F2AC-33CF-8086F5337F81}"/>
                  </a:ext>
                </a:extLst>
              </p:cNvPr>
              <p:cNvSpPr txBox="1"/>
              <p:nvPr/>
            </p:nvSpPr>
            <p:spPr>
              <a:xfrm>
                <a:off x="3030179" y="2990115"/>
                <a:ext cx="1024785" cy="22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58" name="ZoneTexte 57">
                <a:extLst>
                  <a:ext uri="{FF2B5EF4-FFF2-40B4-BE49-F238E27FC236}">
                    <a16:creationId xmlns:a16="http://schemas.microsoft.com/office/drawing/2014/main" id="{5C387F04-AE65-F2AC-33CF-8086F5337F81}"/>
                  </a:ext>
                </a:extLst>
              </p:cNvPr>
              <p:cNvSpPr txBox="1">
                <a:spLocks noRot="1" noChangeAspect="1" noMove="1" noResize="1" noEditPoints="1" noAdjustHandles="1" noChangeArrowheads="1" noChangeShapeType="1" noTextEdit="1"/>
              </p:cNvSpPr>
              <p:nvPr/>
            </p:nvSpPr>
            <p:spPr>
              <a:xfrm>
                <a:off x="3030179" y="2990115"/>
                <a:ext cx="1024785" cy="227971"/>
              </a:xfrm>
              <a:prstGeom prst="rect">
                <a:avLst/>
              </a:prstGeom>
              <a:blipFill>
                <a:blip r:embed="rId17"/>
                <a:stretch>
                  <a:fillRect l="-6098" r="-20732" b="-63158"/>
                </a:stretch>
              </a:blipFill>
            </p:spPr>
            <p:txBody>
              <a:bodyPr/>
              <a:lstStyle/>
              <a:p>
                <a:r>
                  <a:rPr lang="en-GB">
                    <a:noFill/>
                  </a:rPr>
                  <a:t> </a:t>
                </a:r>
              </a:p>
            </p:txBody>
          </p:sp>
        </mc:Fallback>
      </mc:AlternateContent>
      <p:cxnSp>
        <p:nvCxnSpPr>
          <p:cNvPr id="63" name="Connecteur en angle 62">
            <a:extLst>
              <a:ext uri="{FF2B5EF4-FFF2-40B4-BE49-F238E27FC236}">
                <a16:creationId xmlns:a16="http://schemas.microsoft.com/office/drawing/2014/main" id="{8CFA4067-72F9-1196-9A9E-B76855A90913}"/>
              </a:ext>
            </a:extLst>
          </p:cNvPr>
          <p:cNvCxnSpPr>
            <a:cxnSpLocks/>
            <a:stCxn id="92" idx="0"/>
            <a:endCxn id="35" idx="3"/>
          </p:cNvCxnSpPr>
          <p:nvPr/>
        </p:nvCxnSpPr>
        <p:spPr>
          <a:xfrm rot="16200000" flipV="1">
            <a:off x="2614056" y="4665339"/>
            <a:ext cx="399081" cy="325584"/>
          </a:xfrm>
          <a:prstGeom prst="bentConnector2">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4" name="Connecteur en angle 63">
            <a:extLst>
              <a:ext uri="{FF2B5EF4-FFF2-40B4-BE49-F238E27FC236}">
                <a16:creationId xmlns:a16="http://schemas.microsoft.com/office/drawing/2014/main" id="{4A9BE723-2710-F4BD-549F-6C32FB8F64DE}"/>
              </a:ext>
            </a:extLst>
          </p:cNvPr>
          <p:cNvCxnSpPr>
            <a:cxnSpLocks/>
            <a:stCxn id="92" idx="0"/>
          </p:cNvCxnSpPr>
          <p:nvPr/>
        </p:nvCxnSpPr>
        <p:spPr>
          <a:xfrm rot="16200000" flipV="1">
            <a:off x="2254550" y="4305833"/>
            <a:ext cx="682655" cy="761022"/>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5" name="Connecteur en angle 64">
            <a:extLst>
              <a:ext uri="{FF2B5EF4-FFF2-40B4-BE49-F238E27FC236}">
                <a16:creationId xmlns:a16="http://schemas.microsoft.com/office/drawing/2014/main" id="{5D01EF7B-C59E-74D1-FE82-EEBB1E35D04C}"/>
              </a:ext>
            </a:extLst>
          </p:cNvPr>
          <p:cNvCxnSpPr>
            <a:cxnSpLocks/>
            <a:stCxn id="92" idx="0"/>
          </p:cNvCxnSpPr>
          <p:nvPr/>
        </p:nvCxnSpPr>
        <p:spPr>
          <a:xfrm rot="16200000" flipV="1">
            <a:off x="1889706" y="3940989"/>
            <a:ext cx="948601" cy="1224764"/>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6" name="Connecteur en angle 65">
            <a:extLst>
              <a:ext uri="{FF2B5EF4-FFF2-40B4-BE49-F238E27FC236}">
                <a16:creationId xmlns:a16="http://schemas.microsoft.com/office/drawing/2014/main" id="{6D4A00F8-5611-17EE-07E6-0E814AB518BA}"/>
              </a:ext>
            </a:extLst>
          </p:cNvPr>
          <p:cNvCxnSpPr>
            <a:cxnSpLocks/>
            <a:stCxn id="92" idx="0"/>
          </p:cNvCxnSpPr>
          <p:nvPr/>
        </p:nvCxnSpPr>
        <p:spPr>
          <a:xfrm rot="16200000" flipV="1">
            <a:off x="1587445" y="3638728"/>
            <a:ext cx="1127520" cy="1650366"/>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20AE742E-D8D4-021B-147B-BD6AAAC6E83E}"/>
                  </a:ext>
                </a:extLst>
              </p:cNvPr>
              <p:cNvSpPr txBox="1"/>
              <p:nvPr/>
            </p:nvSpPr>
            <p:spPr>
              <a:xfrm>
                <a:off x="2671301" y="5311245"/>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67" name="ZoneTexte 66">
                <a:extLst>
                  <a:ext uri="{FF2B5EF4-FFF2-40B4-BE49-F238E27FC236}">
                    <a16:creationId xmlns:a16="http://schemas.microsoft.com/office/drawing/2014/main" id="{20AE742E-D8D4-021B-147B-BD6AAAC6E83E}"/>
                  </a:ext>
                </a:extLst>
              </p:cNvPr>
              <p:cNvSpPr txBox="1">
                <a:spLocks noRot="1" noChangeAspect="1" noMove="1" noResize="1" noEditPoints="1" noAdjustHandles="1" noChangeArrowheads="1" noChangeShapeType="1" noTextEdit="1"/>
              </p:cNvSpPr>
              <p:nvPr/>
            </p:nvSpPr>
            <p:spPr>
              <a:xfrm>
                <a:off x="2671301" y="5311245"/>
                <a:ext cx="161871" cy="215444"/>
              </a:xfrm>
              <a:prstGeom prst="rect">
                <a:avLst/>
              </a:prstGeom>
              <a:blipFill>
                <a:blip r:embed="rId18"/>
                <a:stretch>
                  <a:fillRect l="-28571"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E76FD3E6-CBBC-A708-2C88-5117317A1067}"/>
                  </a:ext>
                </a:extLst>
              </p:cNvPr>
              <p:cNvSpPr txBox="1"/>
              <p:nvPr/>
            </p:nvSpPr>
            <p:spPr>
              <a:xfrm>
                <a:off x="1992759"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9" name="ZoneTexte 68">
                <a:extLst>
                  <a:ext uri="{FF2B5EF4-FFF2-40B4-BE49-F238E27FC236}">
                    <a16:creationId xmlns:a16="http://schemas.microsoft.com/office/drawing/2014/main" id="{E76FD3E6-CBBC-A708-2C88-5117317A1067}"/>
                  </a:ext>
                </a:extLst>
              </p:cNvPr>
              <p:cNvSpPr txBox="1">
                <a:spLocks noRot="1" noChangeAspect="1" noMove="1" noResize="1" noEditPoints="1" noAdjustHandles="1" noChangeArrowheads="1" noChangeShapeType="1" noTextEdit="1"/>
              </p:cNvSpPr>
              <p:nvPr/>
            </p:nvSpPr>
            <p:spPr>
              <a:xfrm>
                <a:off x="1992759" y="6088516"/>
                <a:ext cx="144914" cy="94481"/>
              </a:xfrm>
              <a:prstGeom prst="rect">
                <a:avLst/>
              </a:prstGeom>
              <a:blipFill>
                <a:blip r:embed="rId19"/>
                <a:stretch>
                  <a:fillRect b="-12500"/>
                </a:stretch>
              </a:blipFill>
            </p:spPr>
            <p:txBody>
              <a:bodyPr/>
              <a:lstStyle/>
              <a:p>
                <a:r>
                  <a:rPr lang="en-GB">
                    <a:noFill/>
                  </a:rPr>
                  <a:t> </a:t>
                </a:r>
              </a:p>
            </p:txBody>
          </p:sp>
        </mc:Fallback>
      </mc:AlternateContent>
      <p:sp>
        <p:nvSpPr>
          <p:cNvPr id="70" name="Rectangle : coins arrondis 69">
            <a:extLst>
              <a:ext uri="{FF2B5EF4-FFF2-40B4-BE49-F238E27FC236}">
                <a16:creationId xmlns:a16="http://schemas.microsoft.com/office/drawing/2014/main" id="{36F1DAB5-FBF0-AA06-CA1E-CE0D130B1C23}"/>
              </a:ext>
            </a:extLst>
          </p:cNvPr>
          <p:cNvSpPr/>
          <p:nvPr/>
        </p:nvSpPr>
        <p:spPr>
          <a:xfrm>
            <a:off x="1968538" y="5581481"/>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1" name="Connecteur droit avec flèche 70">
            <a:extLst>
              <a:ext uri="{FF2B5EF4-FFF2-40B4-BE49-F238E27FC236}">
                <a16:creationId xmlns:a16="http://schemas.microsoft.com/office/drawing/2014/main" id="{0E568620-1070-0FE1-6491-9730BF46CDC0}"/>
              </a:ext>
            </a:extLst>
          </p:cNvPr>
          <p:cNvCxnSpPr>
            <a:cxnSpLocks/>
            <a:stCxn id="69" idx="0"/>
            <a:endCxn id="70" idx="2"/>
          </p:cNvCxnSpPr>
          <p:nvPr/>
        </p:nvCxnSpPr>
        <p:spPr>
          <a:xfrm flipH="1" flipV="1">
            <a:off x="2063866" y="5926975"/>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D94D0016-9831-6DA0-D6A3-A11F6591824B}"/>
                  </a:ext>
                </a:extLst>
              </p:cNvPr>
              <p:cNvSpPr txBox="1"/>
              <p:nvPr/>
            </p:nvSpPr>
            <p:spPr>
              <a:xfrm>
                <a:off x="2427455"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72" name="ZoneTexte 71">
                <a:extLst>
                  <a:ext uri="{FF2B5EF4-FFF2-40B4-BE49-F238E27FC236}">
                    <a16:creationId xmlns:a16="http://schemas.microsoft.com/office/drawing/2014/main" id="{D94D0016-9831-6DA0-D6A3-A11F6591824B}"/>
                  </a:ext>
                </a:extLst>
              </p:cNvPr>
              <p:cNvSpPr txBox="1">
                <a:spLocks noRot="1" noChangeAspect="1" noMove="1" noResize="1" noEditPoints="1" noAdjustHandles="1" noChangeArrowheads="1" noChangeShapeType="1" noTextEdit="1"/>
              </p:cNvSpPr>
              <p:nvPr/>
            </p:nvSpPr>
            <p:spPr>
              <a:xfrm>
                <a:off x="2427455" y="6088516"/>
                <a:ext cx="144914" cy="94481"/>
              </a:xfrm>
              <a:prstGeom prst="rect">
                <a:avLst/>
              </a:prstGeom>
              <a:blipFill>
                <a:blip r:embed="rId20"/>
                <a:stretch>
                  <a:fillRect l="-16667" r="-33333" b="-12500"/>
                </a:stretch>
              </a:blipFill>
            </p:spPr>
            <p:txBody>
              <a:bodyPr/>
              <a:lstStyle/>
              <a:p>
                <a:r>
                  <a:rPr lang="en-GB">
                    <a:noFill/>
                  </a:rPr>
                  <a:t> </a:t>
                </a:r>
              </a:p>
            </p:txBody>
          </p:sp>
        </mc:Fallback>
      </mc:AlternateContent>
      <p:sp>
        <p:nvSpPr>
          <p:cNvPr id="73" name="Rectangle : coins arrondis 72">
            <a:extLst>
              <a:ext uri="{FF2B5EF4-FFF2-40B4-BE49-F238E27FC236}">
                <a16:creationId xmlns:a16="http://schemas.microsoft.com/office/drawing/2014/main" id="{203C1B77-6AF4-8199-A855-E051AF45F37F}"/>
              </a:ext>
            </a:extLst>
          </p:cNvPr>
          <p:cNvSpPr/>
          <p:nvPr/>
        </p:nvSpPr>
        <p:spPr>
          <a:xfrm>
            <a:off x="2403233" y="5584245"/>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4" name="Connecteur droit avec flèche 73">
            <a:extLst>
              <a:ext uri="{FF2B5EF4-FFF2-40B4-BE49-F238E27FC236}">
                <a16:creationId xmlns:a16="http://schemas.microsoft.com/office/drawing/2014/main" id="{ED7C8E79-2677-8502-8D27-2666F0EC53E8}"/>
              </a:ext>
            </a:extLst>
          </p:cNvPr>
          <p:cNvCxnSpPr>
            <a:cxnSpLocks/>
            <a:stCxn id="72" idx="0"/>
            <a:endCxn id="73" idx="2"/>
          </p:cNvCxnSpPr>
          <p:nvPr/>
        </p:nvCxnSpPr>
        <p:spPr>
          <a:xfrm flipH="1" flipV="1">
            <a:off x="2498561" y="5929738"/>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75" name="Connecteur droit avec flèche 74">
            <a:extLst>
              <a:ext uri="{FF2B5EF4-FFF2-40B4-BE49-F238E27FC236}">
                <a16:creationId xmlns:a16="http://schemas.microsoft.com/office/drawing/2014/main" id="{22153564-4811-07CE-6D4B-22CFDD0BC443}"/>
              </a:ext>
            </a:extLst>
          </p:cNvPr>
          <p:cNvCxnSpPr>
            <a:cxnSpLocks/>
          </p:cNvCxnSpPr>
          <p:nvPr/>
        </p:nvCxnSpPr>
        <p:spPr>
          <a:xfrm>
            <a:off x="2159192" y="5789491"/>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76" name="Rectangle : coins arrondis 75">
            <a:extLst>
              <a:ext uri="{FF2B5EF4-FFF2-40B4-BE49-F238E27FC236}">
                <a16:creationId xmlns:a16="http://schemas.microsoft.com/office/drawing/2014/main" id="{D2F3179F-F7FA-6398-2AE2-2CE100F7ADB0}"/>
              </a:ext>
            </a:extLst>
          </p:cNvPr>
          <p:cNvSpPr/>
          <p:nvPr/>
        </p:nvSpPr>
        <p:spPr>
          <a:xfrm>
            <a:off x="1095396" y="5577956"/>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77" name="Rectangle : coins arrondis 76">
            <a:extLst>
              <a:ext uri="{FF2B5EF4-FFF2-40B4-BE49-F238E27FC236}">
                <a16:creationId xmlns:a16="http://schemas.microsoft.com/office/drawing/2014/main" id="{9004D4F0-BAFB-BACC-9F4C-1278E72AA04F}"/>
              </a:ext>
            </a:extLst>
          </p:cNvPr>
          <p:cNvSpPr/>
          <p:nvPr/>
        </p:nvSpPr>
        <p:spPr>
          <a:xfrm>
            <a:off x="1530091" y="5580719"/>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8" name="Connecteur droit avec flèche 77">
            <a:extLst>
              <a:ext uri="{FF2B5EF4-FFF2-40B4-BE49-F238E27FC236}">
                <a16:creationId xmlns:a16="http://schemas.microsoft.com/office/drawing/2014/main" id="{DBB15A23-9AE6-CF73-90D0-2BFBBC8DD30E}"/>
              </a:ext>
            </a:extLst>
          </p:cNvPr>
          <p:cNvCxnSpPr>
            <a:cxnSpLocks/>
          </p:cNvCxnSpPr>
          <p:nvPr/>
        </p:nvCxnSpPr>
        <p:spPr>
          <a:xfrm>
            <a:off x="1286052" y="5785966"/>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79" name="Connecteur droit avec flèche 78">
            <a:extLst>
              <a:ext uri="{FF2B5EF4-FFF2-40B4-BE49-F238E27FC236}">
                <a16:creationId xmlns:a16="http://schemas.microsoft.com/office/drawing/2014/main" id="{F186A388-EA8A-2128-DCB3-519B650E38B9}"/>
              </a:ext>
            </a:extLst>
          </p:cNvPr>
          <p:cNvCxnSpPr>
            <a:cxnSpLocks/>
          </p:cNvCxnSpPr>
          <p:nvPr/>
        </p:nvCxnSpPr>
        <p:spPr>
          <a:xfrm flipV="1">
            <a:off x="1720747" y="5789492"/>
            <a:ext cx="247791" cy="4766"/>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AACD3D9A-CDDA-8D87-521B-23C50C49E57B}"/>
                  </a:ext>
                </a:extLst>
              </p:cNvPr>
              <p:cNvSpPr txBox="1"/>
              <p:nvPr/>
            </p:nvSpPr>
            <p:spPr>
              <a:xfrm>
                <a:off x="1118268"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80" name="ZoneTexte 79">
                <a:extLst>
                  <a:ext uri="{FF2B5EF4-FFF2-40B4-BE49-F238E27FC236}">
                    <a16:creationId xmlns:a16="http://schemas.microsoft.com/office/drawing/2014/main" id="{AACD3D9A-CDDA-8D87-521B-23C50C49E57B}"/>
                  </a:ext>
                </a:extLst>
              </p:cNvPr>
              <p:cNvSpPr txBox="1">
                <a:spLocks noRot="1" noChangeAspect="1" noMove="1" noResize="1" noEditPoints="1" noAdjustHandles="1" noChangeArrowheads="1" noChangeShapeType="1" noTextEdit="1"/>
              </p:cNvSpPr>
              <p:nvPr/>
            </p:nvSpPr>
            <p:spPr>
              <a:xfrm>
                <a:off x="1118268" y="6088516"/>
                <a:ext cx="144914" cy="94481"/>
              </a:xfrm>
              <a:prstGeom prst="rect">
                <a:avLst/>
              </a:prstGeom>
              <a:blipFill>
                <a:blip r:embed="rId21"/>
                <a:stretch>
                  <a:fillRect l="-7692" r="-7692"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23484B7B-CFD8-0575-9EEA-A5F2BCAE08C8}"/>
                  </a:ext>
                </a:extLst>
              </p:cNvPr>
              <p:cNvSpPr txBox="1"/>
              <p:nvPr/>
            </p:nvSpPr>
            <p:spPr>
              <a:xfrm>
                <a:off x="1545608"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81" name="ZoneTexte 80">
                <a:extLst>
                  <a:ext uri="{FF2B5EF4-FFF2-40B4-BE49-F238E27FC236}">
                    <a16:creationId xmlns:a16="http://schemas.microsoft.com/office/drawing/2014/main" id="{23484B7B-CFD8-0575-9EEA-A5F2BCAE08C8}"/>
                  </a:ext>
                </a:extLst>
              </p:cNvPr>
              <p:cNvSpPr txBox="1">
                <a:spLocks noRot="1" noChangeAspect="1" noMove="1" noResize="1" noEditPoints="1" noAdjustHandles="1" noChangeArrowheads="1" noChangeShapeType="1" noTextEdit="1"/>
              </p:cNvSpPr>
              <p:nvPr/>
            </p:nvSpPr>
            <p:spPr>
              <a:xfrm>
                <a:off x="1545608" y="6088516"/>
                <a:ext cx="144914" cy="94481"/>
              </a:xfrm>
              <a:prstGeom prst="rect">
                <a:avLst/>
              </a:prstGeom>
              <a:blipFill>
                <a:blip r:embed="rId22"/>
                <a:stretch>
                  <a:fillRect l="-16667" r="-100000" b="-37500"/>
                </a:stretch>
              </a:blipFill>
            </p:spPr>
            <p:txBody>
              <a:bodyPr/>
              <a:lstStyle/>
              <a:p>
                <a:r>
                  <a:rPr lang="en-GB">
                    <a:noFill/>
                  </a:rPr>
                  <a:t> </a:t>
                </a:r>
              </a:p>
            </p:txBody>
          </p:sp>
        </mc:Fallback>
      </mc:AlternateContent>
      <p:cxnSp>
        <p:nvCxnSpPr>
          <p:cNvPr id="82" name="Connecteur droit avec flèche 81">
            <a:extLst>
              <a:ext uri="{FF2B5EF4-FFF2-40B4-BE49-F238E27FC236}">
                <a16:creationId xmlns:a16="http://schemas.microsoft.com/office/drawing/2014/main" id="{261A38D9-4F5F-2062-765A-5F02EC3531F5}"/>
              </a:ext>
            </a:extLst>
          </p:cNvPr>
          <p:cNvCxnSpPr>
            <a:cxnSpLocks/>
          </p:cNvCxnSpPr>
          <p:nvPr/>
        </p:nvCxnSpPr>
        <p:spPr>
          <a:xfrm flipH="1" flipV="1">
            <a:off x="1621094" y="5929738"/>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83" name="Connecteur droit avec flèche 82">
            <a:extLst>
              <a:ext uri="{FF2B5EF4-FFF2-40B4-BE49-F238E27FC236}">
                <a16:creationId xmlns:a16="http://schemas.microsoft.com/office/drawing/2014/main" id="{411F6EED-D4AA-C1BA-A1E5-388B6689B7CE}"/>
              </a:ext>
            </a:extLst>
          </p:cNvPr>
          <p:cNvCxnSpPr>
            <a:cxnSpLocks/>
          </p:cNvCxnSpPr>
          <p:nvPr/>
        </p:nvCxnSpPr>
        <p:spPr>
          <a:xfrm flipH="1" flipV="1">
            <a:off x="1189373" y="5935452"/>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124FD574-2E22-8866-C2B3-3EAD1E3CB3C0}"/>
              </a:ext>
            </a:extLst>
          </p:cNvPr>
          <p:cNvCxnSpPr>
            <a:cxnSpLocks/>
          </p:cNvCxnSpPr>
          <p:nvPr/>
        </p:nvCxnSpPr>
        <p:spPr>
          <a:xfrm>
            <a:off x="2160763" y="5720433"/>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85" name="Connecteur droit avec flèche 84">
            <a:extLst>
              <a:ext uri="{FF2B5EF4-FFF2-40B4-BE49-F238E27FC236}">
                <a16:creationId xmlns:a16="http://schemas.microsoft.com/office/drawing/2014/main" id="{74B0F590-1672-806A-6F93-DC1B8C7E0B51}"/>
              </a:ext>
            </a:extLst>
          </p:cNvPr>
          <p:cNvCxnSpPr>
            <a:cxnSpLocks/>
          </p:cNvCxnSpPr>
          <p:nvPr/>
        </p:nvCxnSpPr>
        <p:spPr>
          <a:xfrm>
            <a:off x="1287623" y="5716909"/>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86" name="Connecteur droit avec flèche 85">
            <a:extLst>
              <a:ext uri="{FF2B5EF4-FFF2-40B4-BE49-F238E27FC236}">
                <a16:creationId xmlns:a16="http://schemas.microsoft.com/office/drawing/2014/main" id="{70339892-CF61-1413-16E5-5D6B5B91BA4B}"/>
              </a:ext>
            </a:extLst>
          </p:cNvPr>
          <p:cNvCxnSpPr>
            <a:cxnSpLocks/>
          </p:cNvCxnSpPr>
          <p:nvPr/>
        </p:nvCxnSpPr>
        <p:spPr>
          <a:xfrm flipV="1">
            <a:off x="1722318" y="5720434"/>
            <a:ext cx="247791" cy="4766"/>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sp>
        <p:nvSpPr>
          <p:cNvPr id="92" name="Rectangle : coins arrondis 91">
            <a:extLst>
              <a:ext uri="{FF2B5EF4-FFF2-40B4-BE49-F238E27FC236}">
                <a16:creationId xmlns:a16="http://schemas.microsoft.com/office/drawing/2014/main" id="{D4CE32C4-6262-AD2F-FCA7-40BFC979A6A0}"/>
              </a:ext>
            </a:extLst>
          </p:cNvPr>
          <p:cNvSpPr/>
          <p:nvPr/>
        </p:nvSpPr>
        <p:spPr>
          <a:xfrm>
            <a:off x="2881060" y="5027671"/>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93" name="Connecteur droit avec flèche 92">
            <a:extLst>
              <a:ext uri="{FF2B5EF4-FFF2-40B4-BE49-F238E27FC236}">
                <a16:creationId xmlns:a16="http://schemas.microsoft.com/office/drawing/2014/main" id="{9523EA19-D2F7-BDC1-14DA-7C9AEC473F8A}"/>
              </a:ext>
            </a:extLst>
          </p:cNvPr>
          <p:cNvCxnSpPr>
            <a:cxnSpLocks/>
            <a:endCxn id="92" idx="2"/>
          </p:cNvCxnSpPr>
          <p:nvPr/>
        </p:nvCxnSpPr>
        <p:spPr>
          <a:xfrm flipH="1" flipV="1">
            <a:off x="2976388" y="5373164"/>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94" name="Connecteur droit avec flèche 93">
            <a:extLst>
              <a:ext uri="{FF2B5EF4-FFF2-40B4-BE49-F238E27FC236}">
                <a16:creationId xmlns:a16="http://schemas.microsoft.com/office/drawing/2014/main" id="{EA873426-F9C8-5E6E-9EFD-ADE3C966312F}"/>
              </a:ext>
            </a:extLst>
          </p:cNvPr>
          <p:cNvCxnSpPr>
            <a:cxnSpLocks/>
          </p:cNvCxnSpPr>
          <p:nvPr/>
        </p:nvCxnSpPr>
        <p:spPr>
          <a:xfrm>
            <a:off x="2614533" y="5232917"/>
            <a:ext cx="252000" cy="2764"/>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Connecteur droit avec flèche 94">
            <a:extLst>
              <a:ext uri="{FF2B5EF4-FFF2-40B4-BE49-F238E27FC236}">
                <a16:creationId xmlns:a16="http://schemas.microsoft.com/office/drawing/2014/main" id="{718AA49E-108B-3EE4-5EAC-8EF70DE74FF6}"/>
              </a:ext>
            </a:extLst>
          </p:cNvPr>
          <p:cNvCxnSpPr>
            <a:cxnSpLocks/>
          </p:cNvCxnSpPr>
          <p:nvPr/>
        </p:nvCxnSpPr>
        <p:spPr>
          <a:xfrm>
            <a:off x="2623599" y="5163859"/>
            <a:ext cx="252000" cy="2764"/>
          </a:xfrm>
          <a:prstGeom prst="straightConnector1">
            <a:avLst/>
          </a:prstGeom>
          <a:noFill/>
          <a:ln w="9525">
            <a:solidFill>
              <a:schemeClr val="accent2"/>
            </a:solidFill>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7" name="ZoneTexte 96">
                <a:extLst>
                  <a:ext uri="{FF2B5EF4-FFF2-40B4-BE49-F238E27FC236}">
                    <a16:creationId xmlns:a16="http://schemas.microsoft.com/office/drawing/2014/main" id="{14147069-AA32-7FA2-B4BE-B4834400CCCF}"/>
                  </a:ext>
                </a:extLst>
              </p:cNvPr>
              <p:cNvSpPr txBox="1"/>
              <p:nvPr/>
            </p:nvSpPr>
            <p:spPr>
              <a:xfrm>
                <a:off x="2758569" y="6068798"/>
                <a:ext cx="436500" cy="1077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700" b="1" i="1" smtClean="0">
                          <a:latin typeface="Cambria Math" panose="02040503050406030204" pitchFamily="18" charset="0"/>
                        </a:rPr>
                        <m:t>&lt;</m:t>
                      </m:r>
                      <m:r>
                        <a:rPr lang="fr-FR" sz="700" b="1" i="1" smtClean="0">
                          <a:latin typeface="Cambria Math" panose="02040503050406030204" pitchFamily="18" charset="0"/>
                        </a:rPr>
                        <m:t>𝒔𝒕𝒂𝒓𝒕</m:t>
                      </m:r>
                      <m:r>
                        <a:rPr lang="fr-FR" sz="700" b="1" i="1" smtClean="0">
                          <a:latin typeface="Cambria Math" panose="02040503050406030204" pitchFamily="18" charset="0"/>
                        </a:rPr>
                        <m:t>&gt;</m:t>
                      </m:r>
                    </m:oMath>
                  </m:oMathPara>
                </a14:m>
                <a:endParaRPr lang="en-GB" sz="700" b="1" dirty="0"/>
              </a:p>
            </p:txBody>
          </p:sp>
        </mc:Choice>
        <mc:Fallback xmlns="">
          <p:sp>
            <p:nvSpPr>
              <p:cNvPr id="97" name="ZoneTexte 96">
                <a:extLst>
                  <a:ext uri="{FF2B5EF4-FFF2-40B4-BE49-F238E27FC236}">
                    <a16:creationId xmlns:a16="http://schemas.microsoft.com/office/drawing/2014/main" id="{14147069-AA32-7FA2-B4BE-B4834400CCCF}"/>
                  </a:ext>
                </a:extLst>
              </p:cNvPr>
              <p:cNvSpPr txBox="1">
                <a:spLocks noRot="1" noChangeAspect="1" noMove="1" noResize="1" noEditPoints="1" noAdjustHandles="1" noChangeArrowheads="1" noChangeShapeType="1" noTextEdit="1"/>
              </p:cNvSpPr>
              <p:nvPr/>
            </p:nvSpPr>
            <p:spPr>
              <a:xfrm>
                <a:off x="2758569" y="6068798"/>
                <a:ext cx="436500" cy="107722"/>
              </a:xfrm>
              <a:prstGeom prst="rect">
                <a:avLst/>
              </a:prstGeom>
              <a:blipFill>
                <a:blip r:embed="rId23"/>
                <a:stretch>
                  <a:fillRect l="-2857" r="-2857" b="-11111"/>
                </a:stretch>
              </a:blipFill>
            </p:spPr>
            <p:txBody>
              <a:bodyPr/>
              <a:lstStyle/>
              <a:p>
                <a:r>
                  <a:rPr lang="en-GB">
                    <a:noFill/>
                  </a:rPr>
                  <a:t> </a:t>
                </a:r>
              </a:p>
            </p:txBody>
          </p:sp>
        </mc:Fallback>
      </mc:AlternateContent>
      <p:sp>
        <p:nvSpPr>
          <p:cNvPr id="98" name="Rectangle : coins arrondis 97">
            <a:extLst>
              <a:ext uri="{FF2B5EF4-FFF2-40B4-BE49-F238E27FC236}">
                <a16:creationId xmlns:a16="http://schemas.microsoft.com/office/drawing/2014/main" id="{06A45973-8384-D7B7-A5CC-9441C22450D2}"/>
              </a:ext>
            </a:extLst>
          </p:cNvPr>
          <p:cNvSpPr/>
          <p:nvPr/>
        </p:nvSpPr>
        <p:spPr>
          <a:xfrm>
            <a:off x="2884247" y="5550902"/>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99" name="Connecteur droit avec flèche 98">
            <a:extLst>
              <a:ext uri="{FF2B5EF4-FFF2-40B4-BE49-F238E27FC236}">
                <a16:creationId xmlns:a16="http://schemas.microsoft.com/office/drawing/2014/main" id="{B1BC448B-F28F-C978-4E84-24247ACE0048}"/>
              </a:ext>
            </a:extLst>
          </p:cNvPr>
          <p:cNvCxnSpPr>
            <a:cxnSpLocks/>
            <a:stCxn id="97" idx="0"/>
            <a:endCxn id="98" idx="2"/>
          </p:cNvCxnSpPr>
          <p:nvPr/>
        </p:nvCxnSpPr>
        <p:spPr>
          <a:xfrm flipV="1">
            <a:off x="2976819" y="5896396"/>
            <a:ext cx="2756" cy="172402"/>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00" name="Connecteur droit avec flèche 99">
            <a:extLst>
              <a:ext uri="{FF2B5EF4-FFF2-40B4-BE49-F238E27FC236}">
                <a16:creationId xmlns:a16="http://schemas.microsoft.com/office/drawing/2014/main" id="{8DD12E57-70EA-5876-49F1-8D3B3F3C5673}"/>
              </a:ext>
            </a:extLst>
          </p:cNvPr>
          <p:cNvCxnSpPr>
            <a:cxnSpLocks/>
          </p:cNvCxnSpPr>
          <p:nvPr/>
        </p:nvCxnSpPr>
        <p:spPr>
          <a:xfrm>
            <a:off x="2617720" y="5756148"/>
            <a:ext cx="252000" cy="2764"/>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Connecteur droit avec flèche 100">
            <a:extLst>
              <a:ext uri="{FF2B5EF4-FFF2-40B4-BE49-F238E27FC236}">
                <a16:creationId xmlns:a16="http://schemas.microsoft.com/office/drawing/2014/main" id="{FD4363D4-1B89-B8FC-5B25-673BC052117B}"/>
              </a:ext>
            </a:extLst>
          </p:cNvPr>
          <p:cNvCxnSpPr>
            <a:cxnSpLocks/>
          </p:cNvCxnSpPr>
          <p:nvPr/>
        </p:nvCxnSpPr>
        <p:spPr>
          <a:xfrm>
            <a:off x="2626786" y="5687090"/>
            <a:ext cx="252000" cy="2764"/>
          </a:xfrm>
          <a:prstGeom prst="straightConnector1">
            <a:avLst/>
          </a:prstGeom>
          <a:noFill/>
          <a:ln w="9525">
            <a:solidFill>
              <a:schemeClr val="accent2"/>
            </a:solidFill>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8" name="ZoneTexte 107">
                <a:extLst>
                  <a:ext uri="{FF2B5EF4-FFF2-40B4-BE49-F238E27FC236}">
                    <a16:creationId xmlns:a16="http://schemas.microsoft.com/office/drawing/2014/main" id="{58FD4DA8-7EAD-4A66-C238-A49EADE23ED1}"/>
                  </a:ext>
                </a:extLst>
              </p:cNvPr>
              <p:cNvSpPr txBox="1"/>
              <p:nvPr/>
            </p:nvSpPr>
            <p:spPr>
              <a:xfrm>
                <a:off x="2651725" y="5843113"/>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108" name="ZoneTexte 107">
                <a:extLst>
                  <a:ext uri="{FF2B5EF4-FFF2-40B4-BE49-F238E27FC236}">
                    <a16:creationId xmlns:a16="http://schemas.microsoft.com/office/drawing/2014/main" id="{58FD4DA8-7EAD-4A66-C238-A49EADE23ED1}"/>
                  </a:ext>
                </a:extLst>
              </p:cNvPr>
              <p:cNvSpPr txBox="1">
                <a:spLocks noRot="1" noChangeAspect="1" noMove="1" noResize="1" noEditPoints="1" noAdjustHandles="1" noChangeArrowheads="1" noChangeShapeType="1" noTextEdit="1"/>
              </p:cNvSpPr>
              <p:nvPr/>
            </p:nvSpPr>
            <p:spPr>
              <a:xfrm>
                <a:off x="2651725" y="5843113"/>
                <a:ext cx="161871" cy="215444"/>
              </a:xfrm>
              <a:prstGeom prst="rect">
                <a:avLst/>
              </a:prstGeom>
              <a:blipFill>
                <a:blip r:embed="rId24"/>
                <a:stretch>
                  <a:fillRect l="-28571" r="-21429" b="-11111"/>
                </a:stretch>
              </a:blipFill>
            </p:spPr>
            <p:txBody>
              <a:bodyPr/>
              <a:lstStyle/>
              <a:p>
                <a:r>
                  <a:rPr lang="en-GB">
                    <a:noFill/>
                  </a:rPr>
                  <a:t> </a:t>
                </a:r>
              </a:p>
            </p:txBody>
          </p:sp>
        </mc:Fallback>
      </mc:AlternateContent>
      <p:sp>
        <p:nvSpPr>
          <p:cNvPr id="109" name="Rectangle : coins arrondis 108">
            <a:extLst>
              <a:ext uri="{FF2B5EF4-FFF2-40B4-BE49-F238E27FC236}">
                <a16:creationId xmlns:a16="http://schemas.microsoft.com/office/drawing/2014/main" id="{8AFEF31F-1ACA-B18D-D15E-79C6E5133B69}"/>
              </a:ext>
            </a:extLst>
          </p:cNvPr>
          <p:cNvSpPr/>
          <p:nvPr/>
        </p:nvSpPr>
        <p:spPr>
          <a:xfrm>
            <a:off x="4013976" y="5026039"/>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0" name="Connecteur droit avec flèche 109">
            <a:extLst>
              <a:ext uri="{FF2B5EF4-FFF2-40B4-BE49-F238E27FC236}">
                <a16:creationId xmlns:a16="http://schemas.microsoft.com/office/drawing/2014/main" id="{DFDE871C-7C27-D526-5EB6-4D82133F6DDD}"/>
              </a:ext>
            </a:extLst>
          </p:cNvPr>
          <p:cNvCxnSpPr>
            <a:cxnSpLocks/>
            <a:endCxn id="109" idx="2"/>
          </p:cNvCxnSpPr>
          <p:nvPr/>
        </p:nvCxnSpPr>
        <p:spPr>
          <a:xfrm flipH="1" flipV="1">
            <a:off x="4109304" y="5371532"/>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B9ACB11D-648B-CB42-C118-56DAB1DE3C31}"/>
              </a:ext>
            </a:extLst>
          </p:cNvPr>
          <p:cNvCxnSpPr>
            <a:cxnSpLocks/>
          </p:cNvCxnSpPr>
          <p:nvPr/>
        </p:nvCxnSpPr>
        <p:spPr>
          <a:xfrm>
            <a:off x="3102879" y="5231285"/>
            <a:ext cx="900000"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3A3DEDEB-C7AE-3BC5-76C3-B9951729C832}"/>
              </a:ext>
            </a:extLst>
          </p:cNvPr>
          <p:cNvCxnSpPr>
            <a:cxnSpLocks/>
          </p:cNvCxnSpPr>
          <p:nvPr/>
        </p:nvCxnSpPr>
        <p:spPr>
          <a:xfrm>
            <a:off x="3104450" y="5162227"/>
            <a:ext cx="900000"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3" name="ZoneTexte 112">
                <a:extLst>
                  <a:ext uri="{FF2B5EF4-FFF2-40B4-BE49-F238E27FC236}">
                    <a16:creationId xmlns:a16="http://schemas.microsoft.com/office/drawing/2014/main" id="{7FA44CED-E924-0041-EC78-D304A4D5C260}"/>
                  </a:ext>
                </a:extLst>
              </p:cNvPr>
              <p:cNvSpPr txBox="1"/>
              <p:nvPr/>
            </p:nvSpPr>
            <p:spPr>
              <a:xfrm>
                <a:off x="4041385" y="6114376"/>
                <a:ext cx="144914" cy="1077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700" b="0" i="1" smtClean="0">
                          <a:latin typeface="Cambria Math" panose="02040503050406030204" pitchFamily="18" charset="0"/>
                        </a:rPr>
                        <m:t>𝑎𝑧</m:t>
                      </m:r>
                    </m:oMath>
                  </m:oMathPara>
                </a14:m>
                <a:endParaRPr lang="en-GB" sz="700" dirty="0"/>
              </a:p>
            </p:txBody>
          </p:sp>
        </mc:Choice>
        <mc:Fallback xmlns="">
          <p:sp>
            <p:nvSpPr>
              <p:cNvPr id="113" name="ZoneTexte 112">
                <a:extLst>
                  <a:ext uri="{FF2B5EF4-FFF2-40B4-BE49-F238E27FC236}">
                    <a16:creationId xmlns:a16="http://schemas.microsoft.com/office/drawing/2014/main" id="{7FA44CED-E924-0041-EC78-D304A4D5C260}"/>
                  </a:ext>
                </a:extLst>
              </p:cNvPr>
              <p:cNvSpPr txBox="1">
                <a:spLocks noRot="1" noChangeAspect="1" noMove="1" noResize="1" noEditPoints="1" noAdjustHandles="1" noChangeArrowheads="1" noChangeShapeType="1" noTextEdit="1"/>
              </p:cNvSpPr>
              <p:nvPr/>
            </p:nvSpPr>
            <p:spPr>
              <a:xfrm>
                <a:off x="4041385" y="6114376"/>
                <a:ext cx="144914" cy="107722"/>
              </a:xfrm>
              <a:prstGeom prst="rect">
                <a:avLst/>
              </a:prstGeom>
              <a:blipFill>
                <a:blip r:embed="rId25"/>
                <a:stretch>
                  <a:fillRect/>
                </a:stretch>
              </a:blipFill>
            </p:spPr>
            <p:txBody>
              <a:bodyPr/>
              <a:lstStyle/>
              <a:p>
                <a:r>
                  <a:rPr lang="en-GB">
                    <a:noFill/>
                  </a:rPr>
                  <a:t> </a:t>
                </a:r>
              </a:p>
            </p:txBody>
          </p:sp>
        </mc:Fallback>
      </mc:AlternateContent>
      <p:sp>
        <p:nvSpPr>
          <p:cNvPr id="114" name="Rectangle : coins arrondis 113">
            <a:extLst>
              <a:ext uri="{FF2B5EF4-FFF2-40B4-BE49-F238E27FC236}">
                <a16:creationId xmlns:a16="http://schemas.microsoft.com/office/drawing/2014/main" id="{70DFFBD8-A19A-DE61-3084-1B9336C81C9D}"/>
              </a:ext>
            </a:extLst>
          </p:cNvPr>
          <p:cNvSpPr/>
          <p:nvPr/>
        </p:nvSpPr>
        <p:spPr>
          <a:xfrm>
            <a:off x="4017163" y="5549270"/>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5" name="Connecteur droit avec flèche 114">
            <a:extLst>
              <a:ext uri="{FF2B5EF4-FFF2-40B4-BE49-F238E27FC236}">
                <a16:creationId xmlns:a16="http://schemas.microsoft.com/office/drawing/2014/main" id="{318E6E23-542F-04FB-B8AC-7B9120A1E4BE}"/>
              </a:ext>
            </a:extLst>
          </p:cNvPr>
          <p:cNvCxnSpPr>
            <a:cxnSpLocks/>
            <a:stCxn id="113" idx="0"/>
            <a:endCxn id="114" idx="2"/>
          </p:cNvCxnSpPr>
          <p:nvPr/>
        </p:nvCxnSpPr>
        <p:spPr>
          <a:xfrm flipH="1" flipV="1">
            <a:off x="4112491" y="5894764"/>
            <a:ext cx="1351" cy="219612"/>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9410926E-7B4F-FBF8-71DD-6295510B7E85}"/>
              </a:ext>
            </a:extLst>
          </p:cNvPr>
          <p:cNvCxnSpPr>
            <a:cxnSpLocks/>
          </p:cNvCxnSpPr>
          <p:nvPr/>
        </p:nvCxnSpPr>
        <p:spPr>
          <a:xfrm>
            <a:off x="3106066" y="5754516"/>
            <a:ext cx="900000"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C3DC6A26-3EBA-721F-0E30-0EE027551EE7}"/>
              </a:ext>
            </a:extLst>
          </p:cNvPr>
          <p:cNvCxnSpPr>
            <a:cxnSpLocks/>
          </p:cNvCxnSpPr>
          <p:nvPr/>
        </p:nvCxnSpPr>
        <p:spPr>
          <a:xfrm>
            <a:off x="3107637" y="5685458"/>
            <a:ext cx="900000"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636314B0-93B2-D24C-580F-35E663AFE059}"/>
              </a:ext>
            </a:extLst>
          </p:cNvPr>
          <p:cNvCxnSpPr>
            <a:cxnSpLocks/>
            <a:endCxn id="122" idx="0"/>
          </p:cNvCxnSpPr>
          <p:nvPr/>
        </p:nvCxnSpPr>
        <p:spPr>
          <a:xfrm flipH="1">
            <a:off x="3089431" y="3331539"/>
            <a:ext cx="7723" cy="1127520"/>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2" name="ZoneTexte 121">
            <a:extLst>
              <a:ext uri="{FF2B5EF4-FFF2-40B4-BE49-F238E27FC236}">
                <a16:creationId xmlns:a16="http://schemas.microsoft.com/office/drawing/2014/main" id="{5C83C90E-0272-5D9A-E042-D5A398542860}"/>
              </a:ext>
            </a:extLst>
          </p:cNvPr>
          <p:cNvSpPr txBox="1"/>
          <p:nvPr/>
        </p:nvSpPr>
        <p:spPr>
          <a:xfrm>
            <a:off x="3015506" y="4459059"/>
            <a:ext cx="147850" cy="369332"/>
          </a:xfrm>
          <a:prstGeom prst="rect">
            <a:avLst/>
          </a:prstGeom>
          <a:solidFill>
            <a:schemeClr val="accent4">
              <a:lumMod val="40000"/>
              <a:lumOff val="60000"/>
              <a:alpha val="70000"/>
            </a:schemeClr>
          </a:solidFill>
          <a:ln w="6350">
            <a:solidFill>
              <a:schemeClr val="bg1">
                <a:lumMod val="50000"/>
              </a:schemeClr>
            </a:solidFill>
          </a:ln>
        </p:spPr>
        <p:txBody>
          <a:bodyPr wrap="square" rtlCol="0">
            <a:spAutoFit/>
          </a:bodyPr>
          <a:lstStyle/>
          <a:p>
            <a:pPr algn="ctr"/>
            <a:r>
              <a:rPr lang="en-GB" dirty="0"/>
              <a:t>+</a:t>
            </a:r>
          </a:p>
        </p:txBody>
      </p:sp>
      <p:cxnSp>
        <p:nvCxnSpPr>
          <p:cNvPr id="125" name="Connecteur droit avec flèche 124">
            <a:extLst>
              <a:ext uri="{FF2B5EF4-FFF2-40B4-BE49-F238E27FC236}">
                <a16:creationId xmlns:a16="http://schemas.microsoft.com/office/drawing/2014/main" id="{0B8A86FD-59CC-DBB4-5C23-746BB4234353}"/>
              </a:ext>
            </a:extLst>
          </p:cNvPr>
          <p:cNvCxnSpPr>
            <a:cxnSpLocks/>
          </p:cNvCxnSpPr>
          <p:nvPr/>
        </p:nvCxnSpPr>
        <p:spPr>
          <a:xfrm flipV="1">
            <a:off x="3035848" y="4833208"/>
            <a:ext cx="0" cy="168354"/>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8" name="ZoneTexte 127">
                <a:extLst>
                  <a:ext uri="{FF2B5EF4-FFF2-40B4-BE49-F238E27FC236}">
                    <a16:creationId xmlns:a16="http://schemas.microsoft.com/office/drawing/2014/main" id="{E823BC7C-E300-1D81-93D0-F5C54BD53C59}"/>
                  </a:ext>
                </a:extLst>
              </p:cNvPr>
              <p:cNvSpPr txBox="1"/>
              <p:nvPr/>
            </p:nvSpPr>
            <p:spPr>
              <a:xfrm>
                <a:off x="3086026" y="478160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28" name="ZoneTexte 127">
                <a:extLst>
                  <a:ext uri="{FF2B5EF4-FFF2-40B4-BE49-F238E27FC236}">
                    <a16:creationId xmlns:a16="http://schemas.microsoft.com/office/drawing/2014/main" id="{E823BC7C-E300-1D81-93D0-F5C54BD53C59}"/>
                  </a:ext>
                </a:extLst>
              </p:cNvPr>
              <p:cNvSpPr txBox="1">
                <a:spLocks noRot="1" noChangeAspect="1" noMove="1" noResize="1" noEditPoints="1" noAdjustHandles="1" noChangeArrowheads="1" noChangeShapeType="1" noTextEdit="1"/>
              </p:cNvSpPr>
              <p:nvPr/>
            </p:nvSpPr>
            <p:spPr>
              <a:xfrm>
                <a:off x="3086026" y="4781600"/>
                <a:ext cx="161871" cy="215444"/>
              </a:xfrm>
              <a:prstGeom prst="rect">
                <a:avLst/>
              </a:prstGeom>
              <a:blipFill>
                <a:blip r:embed="rId26"/>
                <a:stretch>
                  <a:fillRect l="-21429" r="-21429"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9" name="ZoneTexte 128">
                <a:extLst>
                  <a:ext uri="{FF2B5EF4-FFF2-40B4-BE49-F238E27FC236}">
                    <a16:creationId xmlns:a16="http://schemas.microsoft.com/office/drawing/2014/main" id="{32E22270-88FF-E78E-D2B9-9C242C61AC12}"/>
                  </a:ext>
                </a:extLst>
              </p:cNvPr>
              <p:cNvSpPr txBox="1"/>
              <p:nvPr/>
            </p:nvSpPr>
            <p:spPr>
              <a:xfrm>
                <a:off x="3470771" y="5271275"/>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29" name="ZoneTexte 128">
                <a:extLst>
                  <a:ext uri="{FF2B5EF4-FFF2-40B4-BE49-F238E27FC236}">
                    <a16:creationId xmlns:a16="http://schemas.microsoft.com/office/drawing/2014/main" id="{32E22270-88FF-E78E-D2B9-9C242C61AC12}"/>
                  </a:ext>
                </a:extLst>
              </p:cNvPr>
              <p:cNvSpPr txBox="1">
                <a:spLocks noRot="1" noChangeAspect="1" noMove="1" noResize="1" noEditPoints="1" noAdjustHandles="1" noChangeArrowheads="1" noChangeShapeType="1" noTextEdit="1"/>
              </p:cNvSpPr>
              <p:nvPr/>
            </p:nvSpPr>
            <p:spPr>
              <a:xfrm>
                <a:off x="3470771" y="5271275"/>
                <a:ext cx="161871" cy="215444"/>
              </a:xfrm>
              <a:prstGeom prst="rect">
                <a:avLst/>
              </a:prstGeom>
              <a:blipFill>
                <a:blip r:embed="rId27"/>
                <a:stretch>
                  <a:fillRect l="-28571" r="-14286"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0" name="ZoneTexte 129">
                <a:extLst>
                  <a:ext uri="{FF2B5EF4-FFF2-40B4-BE49-F238E27FC236}">
                    <a16:creationId xmlns:a16="http://schemas.microsoft.com/office/drawing/2014/main" id="{B0CB292F-8C55-6AE3-D502-AE86E237A5F4}"/>
                  </a:ext>
                </a:extLst>
              </p:cNvPr>
              <p:cNvSpPr txBox="1"/>
              <p:nvPr/>
            </p:nvSpPr>
            <p:spPr>
              <a:xfrm>
                <a:off x="3463276" y="582591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30" name="ZoneTexte 129">
                <a:extLst>
                  <a:ext uri="{FF2B5EF4-FFF2-40B4-BE49-F238E27FC236}">
                    <a16:creationId xmlns:a16="http://schemas.microsoft.com/office/drawing/2014/main" id="{B0CB292F-8C55-6AE3-D502-AE86E237A5F4}"/>
                  </a:ext>
                </a:extLst>
              </p:cNvPr>
              <p:cNvSpPr txBox="1">
                <a:spLocks noRot="1" noChangeAspect="1" noMove="1" noResize="1" noEditPoints="1" noAdjustHandles="1" noChangeArrowheads="1" noChangeShapeType="1" noTextEdit="1"/>
              </p:cNvSpPr>
              <p:nvPr/>
            </p:nvSpPr>
            <p:spPr>
              <a:xfrm>
                <a:off x="3463276" y="5825910"/>
                <a:ext cx="161871" cy="215444"/>
              </a:xfrm>
              <a:prstGeom prst="rect">
                <a:avLst/>
              </a:prstGeom>
              <a:blipFill>
                <a:blip r:embed="rId28"/>
                <a:stretch>
                  <a:fillRect l="-21429"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0C831FA6-2EFF-2416-5A66-546344AD5B44}"/>
                  </a:ext>
                </a:extLst>
              </p:cNvPr>
              <p:cNvSpPr txBox="1"/>
              <p:nvPr/>
            </p:nvSpPr>
            <p:spPr>
              <a:xfrm>
                <a:off x="3499945" y="4566461"/>
                <a:ext cx="310085" cy="161583"/>
              </a:xfrm>
              <a:prstGeom prst="rect">
                <a:avLst/>
              </a:prstGeom>
              <a:solidFill>
                <a:srgbClr val="FFFF00">
                  <a:alpha val="60000"/>
                </a:srgbClr>
              </a:solidFill>
              <a:ln>
                <a:solidFill>
                  <a:schemeClr val="bg1">
                    <a:lumMod val="50000"/>
                  </a:schemeClr>
                </a:solidFill>
              </a:ln>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fr-FR" sz="1050" b="0" i="1" smtClean="0">
                          <a:solidFill>
                            <a:schemeClr val="accent1"/>
                          </a:solidFill>
                          <a:latin typeface="Cambria Math" panose="02040503050406030204" pitchFamily="18" charset="0"/>
                        </a:rPr>
                        <m:t>𝑡𝑎𝑛h</m:t>
                      </m:r>
                    </m:oMath>
                  </m:oMathPara>
                </a14:m>
                <a:endParaRPr lang="en-GB" sz="1050" dirty="0">
                  <a:solidFill>
                    <a:schemeClr val="accent1"/>
                  </a:solidFill>
                </a:endParaRPr>
              </a:p>
            </p:txBody>
          </p:sp>
        </mc:Choice>
        <mc:Fallback xmlns="">
          <p:sp>
            <p:nvSpPr>
              <p:cNvPr id="131" name="ZoneTexte 130">
                <a:extLst>
                  <a:ext uri="{FF2B5EF4-FFF2-40B4-BE49-F238E27FC236}">
                    <a16:creationId xmlns:a16="http://schemas.microsoft.com/office/drawing/2014/main" id="{0C831FA6-2EFF-2416-5A66-546344AD5B44}"/>
                  </a:ext>
                </a:extLst>
              </p:cNvPr>
              <p:cNvSpPr txBox="1">
                <a:spLocks noRot="1" noChangeAspect="1" noMove="1" noResize="1" noEditPoints="1" noAdjustHandles="1" noChangeArrowheads="1" noChangeShapeType="1" noTextEdit="1"/>
              </p:cNvSpPr>
              <p:nvPr/>
            </p:nvSpPr>
            <p:spPr>
              <a:xfrm>
                <a:off x="3499945" y="4566461"/>
                <a:ext cx="310085" cy="161583"/>
              </a:xfrm>
              <a:prstGeom prst="rect">
                <a:avLst/>
              </a:prstGeom>
              <a:blipFill>
                <a:blip r:embed="rId29"/>
                <a:stretch>
                  <a:fillRect l="-7692" r="-7692" b="-7143"/>
                </a:stretch>
              </a:blipFill>
              <a:ln>
                <a:solidFill>
                  <a:schemeClr val="bg1">
                    <a:lumMod val="50000"/>
                  </a:schemeClr>
                </a:solidFill>
              </a:ln>
            </p:spPr>
            <p:txBody>
              <a:bodyPr/>
              <a:lstStyle/>
              <a:p>
                <a:r>
                  <a:rPr lang="en-GB">
                    <a:noFill/>
                  </a:rPr>
                  <a:t> </a:t>
                </a:r>
              </a:p>
            </p:txBody>
          </p:sp>
        </mc:Fallback>
      </mc:AlternateContent>
      <p:cxnSp>
        <p:nvCxnSpPr>
          <p:cNvPr id="132" name="Connecteur droit avec flèche 131">
            <a:extLst>
              <a:ext uri="{FF2B5EF4-FFF2-40B4-BE49-F238E27FC236}">
                <a16:creationId xmlns:a16="http://schemas.microsoft.com/office/drawing/2014/main" id="{5746E729-FEB9-7188-F73B-051A7FB2EC03}"/>
              </a:ext>
            </a:extLst>
          </p:cNvPr>
          <p:cNvCxnSpPr>
            <a:cxnSpLocks/>
            <a:stCxn id="122" idx="3"/>
            <a:endCxn id="131" idx="1"/>
          </p:cNvCxnSpPr>
          <p:nvPr/>
        </p:nvCxnSpPr>
        <p:spPr>
          <a:xfrm>
            <a:off x="3163356" y="4643725"/>
            <a:ext cx="336589" cy="352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E8B7BD85-4CD5-ABFD-8829-9D22E73272E1}"/>
              </a:ext>
            </a:extLst>
          </p:cNvPr>
          <p:cNvCxnSpPr>
            <a:cxnSpLocks/>
            <a:stCxn id="131" idx="0"/>
          </p:cNvCxnSpPr>
          <p:nvPr/>
        </p:nvCxnSpPr>
        <p:spPr>
          <a:xfrm flipV="1">
            <a:off x="3654988" y="4016643"/>
            <a:ext cx="0" cy="54981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9" name="ZoneTexte 138">
                <a:extLst>
                  <a:ext uri="{FF2B5EF4-FFF2-40B4-BE49-F238E27FC236}">
                    <a16:creationId xmlns:a16="http://schemas.microsoft.com/office/drawing/2014/main" id="{81A3A50E-0B00-53A7-7F2B-BF824EE321BB}"/>
                  </a:ext>
                </a:extLst>
              </p:cNvPr>
              <p:cNvSpPr txBox="1"/>
              <p:nvPr/>
            </p:nvSpPr>
            <p:spPr>
              <a:xfrm>
                <a:off x="3586384" y="3870602"/>
                <a:ext cx="144914" cy="13849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900" b="0" i="1" smtClean="0">
                          <a:latin typeface="Cambria Math" panose="02040503050406030204" pitchFamily="18" charset="0"/>
                        </a:rPr>
                        <m:t>𝑎𝑧</m:t>
                      </m:r>
                    </m:oMath>
                  </m:oMathPara>
                </a14:m>
                <a:endParaRPr lang="en-GB" sz="900" dirty="0"/>
              </a:p>
            </p:txBody>
          </p:sp>
        </mc:Choice>
        <mc:Fallback xmlns="">
          <p:sp>
            <p:nvSpPr>
              <p:cNvPr id="139" name="ZoneTexte 138">
                <a:extLst>
                  <a:ext uri="{FF2B5EF4-FFF2-40B4-BE49-F238E27FC236}">
                    <a16:creationId xmlns:a16="http://schemas.microsoft.com/office/drawing/2014/main" id="{81A3A50E-0B00-53A7-7F2B-BF824EE321BB}"/>
                  </a:ext>
                </a:extLst>
              </p:cNvPr>
              <p:cNvSpPr txBox="1">
                <a:spLocks noRot="1" noChangeAspect="1" noMove="1" noResize="1" noEditPoints="1" noAdjustHandles="1" noChangeArrowheads="1" noChangeShapeType="1" noTextEdit="1"/>
              </p:cNvSpPr>
              <p:nvPr/>
            </p:nvSpPr>
            <p:spPr>
              <a:xfrm>
                <a:off x="3586384" y="3870602"/>
                <a:ext cx="144914" cy="138499"/>
              </a:xfrm>
              <a:prstGeom prst="rect">
                <a:avLst/>
              </a:prstGeom>
              <a:blipFill>
                <a:blip r:embed="rId30"/>
                <a:stretch>
                  <a:fillRect l="-8333" r="-8333"/>
                </a:stretch>
              </a:blipFill>
            </p:spPr>
            <p:txBody>
              <a:bodyPr/>
              <a:lstStyle/>
              <a:p>
                <a:r>
                  <a:rPr lang="en-GB">
                    <a:noFill/>
                  </a:rPr>
                  <a:t> </a:t>
                </a:r>
              </a:p>
            </p:txBody>
          </p:sp>
        </mc:Fallback>
      </mc:AlternateContent>
      <p:sp>
        <p:nvSpPr>
          <p:cNvPr id="144" name="Ellipse 143">
            <a:extLst>
              <a:ext uri="{FF2B5EF4-FFF2-40B4-BE49-F238E27FC236}">
                <a16:creationId xmlns:a16="http://schemas.microsoft.com/office/drawing/2014/main" id="{64A442C6-A81E-6E02-61B5-C35E5A88F3BA}"/>
              </a:ext>
            </a:extLst>
          </p:cNvPr>
          <p:cNvSpPr/>
          <p:nvPr/>
        </p:nvSpPr>
        <p:spPr>
          <a:xfrm>
            <a:off x="4069954" y="5998351"/>
            <a:ext cx="92544" cy="90387"/>
          </a:xfrm>
          <a:prstGeom prst="ellipse">
            <a:avLst/>
          </a:prstGeom>
          <a:solidFill>
            <a:srgbClr val="FFFF00">
              <a:alpha val="70000"/>
            </a:srgbClr>
          </a:solidFill>
          <a:ln w="63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6" name="Connecteur en angle 145">
            <a:extLst>
              <a:ext uri="{FF2B5EF4-FFF2-40B4-BE49-F238E27FC236}">
                <a16:creationId xmlns:a16="http://schemas.microsoft.com/office/drawing/2014/main" id="{6881A0B3-90CA-F7A6-E3FC-9E68912245B9}"/>
              </a:ext>
            </a:extLst>
          </p:cNvPr>
          <p:cNvCxnSpPr>
            <a:stCxn id="131" idx="2"/>
            <a:endCxn id="144" idx="2"/>
          </p:cNvCxnSpPr>
          <p:nvPr/>
        </p:nvCxnSpPr>
        <p:spPr>
          <a:xfrm rot="16200000" flipH="1">
            <a:off x="3204721" y="5178311"/>
            <a:ext cx="1315501" cy="414966"/>
          </a:xfrm>
          <a:prstGeom prst="bentConnector2">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48" name="Connecteur droit avec flèche 147">
            <a:extLst>
              <a:ext uri="{FF2B5EF4-FFF2-40B4-BE49-F238E27FC236}">
                <a16:creationId xmlns:a16="http://schemas.microsoft.com/office/drawing/2014/main" id="{0FB96581-9961-700E-EF29-FC0065A00DBC}"/>
              </a:ext>
            </a:extLst>
          </p:cNvPr>
          <p:cNvCxnSpPr>
            <a:cxnSpLocks/>
          </p:cNvCxnSpPr>
          <p:nvPr/>
        </p:nvCxnSpPr>
        <p:spPr>
          <a:xfrm flipV="1">
            <a:off x="4110141" y="4835708"/>
            <a:ext cx="0" cy="168354"/>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9" name="ZoneTexte 148">
                <a:extLst>
                  <a:ext uri="{FF2B5EF4-FFF2-40B4-BE49-F238E27FC236}">
                    <a16:creationId xmlns:a16="http://schemas.microsoft.com/office/drawing/2014/main" id="{00F74AF6-8C92-FA55-8FAE-518ADC84AACB}"/>
                  </a:ext>
                </a:extLst>
              </p:cNvPr>
              <p:cNvSpPr txBox="1"/>
              <p:nvPr/>
            </p:nvSpPr>
            <p:spPr>
              <a:xfrm>
                <a:off x="4160319" y="478410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149" name="ZoneTexte 148">
                <a:extLst>
                  <a:ext uri="{FF2B5EF4-FFF2-40B4-BE49-F238E27FC236}">
                    <a16:creationId xmlns:a16="http://schemas.microsoft.com/office/drawing/2014/main" id="{00F74AF6-8C92-FA55-8FAE-518ADC84AACB}"/>
                  </a:ext>
                </a:extLst>
              </p:cNvPr>
              <p:cNvSpPr txBox="1">
                <a:spLocks noRot="1" noChangeAspect="1" noMove="1" noResize="1" noEditPoints="1" noAdjustHandles="1" noChangeArrowheads="1" noChangeShapeType="1" noTextEdit="1"/>
              </p:cNvSpPr>
              <p:nvPr/>
            </p:nvSpPr>
            <p:spPr>
              <a:xfrm>
                <a:off x="4160319" y="4784100"/>
                <a:ext cx="161871" cy="215444"/>
              </a:xfrm>
              <a:prstGeom prst="rect">
                <a:avLst/>
              </a:prstGeom>
              <a:blipFill>
                <a:blip r:embed="rId32"/>
                <a:stretch>
                  <a:fillRect l="-21429"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0" name="ZoneTexte 149">
                <a:extLst>
                  <a:ext uri="{FF2B5EF4-FFF2-40B4-BE49-F238E27FC236}">
                    <a16:creationId xmlns:a16="http://schemas.microsoft.com/office/drawing/2014/main" id="{730FED05-FEF5-EA88-8180-AD04EF5721EA}"/>
                  </a:ext>
                </a:extLst>
              </p:cNvPr>
              <p:cNvSpPr txBox="1"/>
              <p:nvPr/>
            </p:nvSpPr>
            <p:spPr>
              <a:xfrm>
                <a:off x="4639455" y="5896040"/>
                <a:ext cx="3061244" cy="286957"/>
              </a:xfrm>
              <a:prstGeom prst="rect">
                <a:avLst/>
              </a:prstGeom>
              <a:noFill/>
            </p:spPr>
            <p:txBody>
              <a:bodyPr wrap="square" rtlCol="0">
                <a:noAutofit/>
              </a:bodyPr>
              <a:lstStyle/>
              <a:p>
                <a:r>
                  <a:rPr lang="en-GB" sz="1100" dirty="0">
                    <a:solidFill>
                      <a:schemeClr val="accent2"/>
                    </a:solidFill>
                  </a:rPr>
                  <a:t>Optionally, </a:t>
                </a:r>
                <a14:m>
                  <m:oMath xmlns:m="http://schemas.openxmlformats.org/officeDocument/2006/math">
                    <m:sSub>
                      <m:sSubPr>
                        <m:ctrlPr>
                          <a:rPr lang="fr-FR" sz="1100" b="0" i="1" dirty="0" smtClean="0">
                            <a:solidFill>
                              <a:schemeClr val="accent2"/>
                            </a:solidFill>
                            <a:latin typeface="Cambria Math" panose="02040503050406030204" pitchFamily="18" charset="0"/>
                          </a:rPr>
                        </m:ctrlPr>
                      </m:sSubPr>
                      <m:e>
                        <m:acc>
                          <m:accPr>
                            <m:chr m:val="̂"/>
                            <m:ctrlPr>
                              <a:rPr lang="fr-FR" sz="1100" b="0" i="1" smtClean="0">
                                <a:solidFill>
                                  <a:schemeClr val="accent2"/>
                                </a:solidFill>
                                <a:latin typeface="Cambria Math" panose="02040503050406030204" pitchFamily="18" charset="0"/>
                              </a:rPr>
                            </m:ctrlPr>
                          </m:accPr>
                          <m:e>
                            <m:r>
                              <a:rPr lang="fr-FR" sz="1100" b="0" i="1" smtClean="0">
                                <a:solidFill>
                                  <a:schemeClr val="accent2"/>
                                </a:solidFill>
                                <a:latin typeface="Cambria Math" panose="02040503050406030204" pitchFamily="18" charset="0"/>
                              </a:rPr>
                              <m:t>𝑆</m:t>
                            </m:r>
                          </m:e>
                        </m:acc>
                      </m:e>
                      <m:sub>
                        <m:r>
                          <a:rPr lang="fr-FR" sz="1100" b="0" i="1" dirty="0" smtClean="0">
                            <a:solidFill>
                              <a:schemeClr val="accent2"/>
                            </a:solidFill>
                            <a:latin typeface="Cambria Math" panose="02040503050406030204" pitchFamily="18" charset="0"/>
                          </a:rPr>
                          <m:t>1</m:t>
                        </m:r>
                      </m:sub>
                    </m:sSub>
                    <m:r>
                      <a:rPr lang="fr-FR" sz="1100" b="0" i="1" smtClean="0">
                        <a:solidFill>
                          <a:schemeClr val="bg1">
                            <a:lumMod val="50000"/>
                          </a:schemeClr>
                        </a:solidFill>
                        <a:latin typeface="Cambria Math" panose="02040503050406030204" pitchFamily="18" charset="0"/>
                      </a:rPr>
                      <m:t> </m:t>
                    </m:r>
                  </m:oMath>
                </a14:m>
                <a:r>
                  <a:rPr lang="en-GB" sz="1100" dirty="0">
                    <a:solidFill>
                      <a:schemeClr val="accent2"/>
                    </a:solidFill>
                  </a:rPr>
                  <a:t>can be combined with the input.</a:t>
                </a:r>
              </a:p>
            </p:txBody>
          </p:sp>
        </mc:Choice>
        <mc:Fallback xmlns="">
          <p:sp>
            <p:nvSpPr>
              <p:cNvPr id="150" name="ZoneTexte 149">
                <a:extLst>
                  <a:ext uri="{FF2B5EF4-FFF2-40B4-BE49-F238E27FC236}">
                    <a16:creationId xmlns:a16="http://schemas.microsoft.com/office/drawing/2014/main" id="{730FED05-FEF5-EA88-8180-AD04EF5721EA}"/>
                  </a:ext>
                </a:extLst>
              </p:cNvPr>
              <p:cNvSpPr txBox="1">
                <a:spLocks noRot="1" noChangeAspect="1" noMove="1" noResize="1" noEditPoints="1" noAdjustHandles="1" noChangeArrowheads="1" noChangeShapeType="1" noTextEdit="1"/>
              </p:cNvSpPr>
              <p:nvPr/>
            </p:nvSpPr>
            <p:spPr>
              <a:xfrm>
                <a:off x="4639455" y="5896040"/>
                <a:ext cx="3061244" cy="286957"/>
              </a:xfrm>
              <a:prstGeom prst="rect">
                <a:avLst/>
              </a:prstGeom>
              <a:blipFill>
                <a:blip r:embed="rId33"/>
                <a:stretch>
                  <a:fillRect b="-8696"/>
                </a:stretch>
              </a:blipFill>
            </p:spPr>
            <p:txBody>
              <a:bodyPr/>
              <a:lstStyle/>
              <a:p>
                <a:r>
                  <a:rPr lang="en-GB">
                    <a:noFill/>
                  </a:rPr>
                  <a:t> </a:t>
                </a:r>
              </a:p>
            </p:txBody>
          </p:sp>
        </mc:Fallback>
      </mc:AlternateContent>
      <p:cxnSp>
        <p:nvCxnSpPr>
          <p:cNvPr id="152" name="Connecteur en arc 151">
            <a:extLst>
              <a:ext uri="{FF2B5EF4-FFF2-40B4-BE49-F238E27FC236}">
                <a16:creationId xmlns:a16="http://schemas.microsoft.com/office/drawing/2014/main" id="{C067A92E-AE17-A7D8-1C93-FEB647F334FC}"/>
              </a:ext>
            </a:extLst>
          </p:cNvPr>
          <p:cNvCxnSpPr>
            <a:cxnSpLocks/>
            <a:stCxn id="150" idx="1"/>
          </p:cNvCxnSpPr>
          <p:nvPr/>
        </p:nvCxnSpPr>
        <p:spPr>
          <a:xfrm rot="10800000">
            <a:off x="4219731" y="6007757"/>
            <a:ext cx="419724" cy="31762"/>
          </a:xfrm>
          <a:prstGeom prst="curvedConnector3">
            <a:avLst/>
          </a:prstGeom>
          <a:ln>
            <a:solidFill>
              <a:schemeClr val="accent2">
                <a:alpha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ZoneTexte 5">
            <a:extLst>
              <a:ext uri="{FF2B5EF4-FFF2-40B4-BE49-F238E27FC236}">
                <a16:creationId xmlns:a16="http://schemas.microsoft.com/office/drawing/2014/main" id="{F6C71647-ACDE-49DE-99E2-B9AEDA2C9E5A}"/>
              </a:ext>
            </a:extLst>
          </p:cNvPr>
          <p:cNvSpPr txBox="1"/>
          <p:nvPr/>
        </p:nvSpPr>
        <p:spPr>
          <a:xfrm>
            <a:off x="5377643" y="4447951"/>
            <a:ext cx="3061244" cy="286957"/>
          </a:xfrm>
          <a:prstGeom prst="rect">
            <a:avLst/>
          </a:prstGeom>
          <a:noFill/>
        </p:spPr>
        <p:txBody>
          <a:bodyPr wrap="square" rtlCol="0">
            <a:noAutofit/>
          </a:bodyPr>
          <a:lstStyle/>
          <a:p>
            <a:r>
              <a:rPr lang="en-GB" sz="1100" noProof="0" dirty="0">
                <a:solidFill>
                  <a:schemeClr val="accent2"/>
                </a:solidFill>
              </a:rPr>
              <a:t>Use </a:t>
            </a:r>
            <a:r>
              <a:rPr lang="en-GB" sz="1100" b="1" noProof="0" dirty="0">
                <a:solidFill>
                  <a:schemeClr val="accent2"/>
                </a:solidFill>
              </a:rPr>
              <a:t>current</a:t>
            </a:r>
            <a:r>
              <a:rPr lang="en-GB" sz="1100" noProof="0" dirty="0">
                <a:solidFill>
                  <a:schemeClr val="accent2"/>
                </a:solidFill>
              </a:rPr>
              <a:t> hidden state for scoring.</a:t>
            </a:r>
          </a:p>
        </p:txBody>
      </p:sp>
      <p:cxnSp>
        <p:nvCxnSpPr>
          <p:cNvPr id="8" name="Connecteur en arc 7">
            <a:extLst>
              <a:ext uri="{FF2B5EF4-FFF2-40B4-BE49-F238E27FC236}">
                <a16:creationId xmlns:a16="http://schemas.microsoft.com/office/drawing/2014/main" id="{A87FEA14-3D44-3B8E-53B5-0C464D0C1A4E}"/>
              </a:ext>
            </a:extLst>
          </p:cNvPr>
          <p:cNvCxnSpPr>
            <a:cxnSpLocks/>
            <a:endCxn id="128" idx="3"/>
          </p:cNvCxnSpPr>
          <p:nvPr/>
        </p:nvCxnSpPr>
        <p:spPr>
          <a:xfrm rot="10800000" flipV="1">
            <a:off x="3247897" y="4591712"/>
            <a:ext cx="2086888" cy="297609"/>
          </a:xfrm>
          <a:prstGeom prst="curvedConnector3">
            <a:avLst/>
          </a:prstGeom>
          <a:ln>
            <a:solidFill>
              <a:schemeClr val="accent2">
                <a:alpha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51BAC3B4-4EB0-DDD5-A30A-B110A7D61B54}"/>
                  </a:ext>
                </a:extLst>
              </p:cNvPr>
              <p:cNvSpPr txBox="1"/>
              <p:nvPr/>
            </p:nvSpPr>
            <p:spPr>
              <a:xfrm>
                <a:off x="3738793" y="4121301"/>
                <a:ext cx="1490432" cy="26750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fr-FR" sz="1100" b="0" i="1" dirty="0" smtClean="0">
                              <a:solidFill>
                                <a:schemeClr val="bg1">
                                  <a:lumMod val="50000"/>
                                </a:schemeClr>
                              </a:solidFill>
                              <a:latin typeface="Cambria Math" panose="02040503050406030204" pitchFamily="18" charset="0"/>
                            </a:rPr>
                          </m:ctrlPr>
                        </m:sSubPr>
                        <m:e>
                          <m:acc>
                            <m:accPr>
                              <m:chr m:val="̂"/>
                              <m:ctrlPr>
                                <a:rPr lang="fr-FR" sz="1100" b="0" i="1" smtClean="0">
                                  <a:solidFill>
                                    <a:schemeClr val="bg1">
                                      <a:lumMod val="50000"/>
                                    </a:schemeClr>
                                  </a:solidFill>
                                  <a:latin typeface="Cambria Math" panose="02040503050406030204" pitchFamily="18" charset="0"/>
                                </a:rPr>
                              </m:ctrlPr>
                            </m:accPr>
                            <m:e>
                              <m:r>
                                <a:rPr lang="fr-FR" sz="1100" b="0" i="1" smtClean="0">
                                  <a:solidFill>
                                    <a:schemeClr val="bg1">
                                      <a:lumMod val="50000"/>
                                    </a:schemeClr>
                                  </a:solidFill>
                                  <a:latin typeface="Cambria Math" panose="02040503050406030204" pitchFamily="18" charset="0"/>
                                </a:rPr>
                                <m:t>𝑆</m:t>
                              </m:r>
                            </m:e>
                          </m:acc>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r>
                        <m:rPr>
                          <m:sty m:val="p"/>
                        </m:rPr>
                        <a:rPr lang="fr-FR" sz="1100" b="0" i="0" dirty="0" smtClean="0">
                          <a:solidFill>
                            <a:schemeClr val="bg1">
                              <a:lumMod val="50000"/>
                            </a:schemeClr>
                          </a:solidFill>
                          <a:latin typeface="Cambria Math" panose="02040503050406030204" pitchFamily="18" charset="0"/>
                        </a:rPr>
                        <m:t>tanh</m:t>
                      </m:r>
                      <m:r>
                        <a:rPr lang="fr-FR" sz="1100" b="0" i="1" dirty="0" smtClean="0">
                          <a:solidFill>
                            <a:schemeClr val="bg1">
                              <a:lumMod val="50000"/>
                            </a:schemeClr>
                          </a:solidFill>
                          <a:latin typeface="Cambria Math" panose="02040503050406030204" pitchFamily="18" charset="0"/>
                        </a:rPr>
                        <m:t>⁡(</m:t>
                      </m:r>
                      <m:r>
                        <a:rPr lang="fr-FR" sz="1100" b="0" i="1" dirty="0" smtClean="0">
                          <a:solidFill>
                            <a:schemeClr val="bg1">
                              <a:lumMod val="50000"/>
                            </a:schemeClr>
                          </a:solidFill>
                          <a:latin typeface="Cambria Math" panose="02040503050406030204" pitchFamily="18" charset="0"/>
                        </a:rPr>
                        <m:t>𝑊</m:t>
                      </m:r>
                      <m:r>
                        <a:rPr lang="fr-FR" sz="1100" b="0" i="1" dirty="0" smtClean="0">
                          <a:solidFill>
                            <a:schemeClr val="bg1">
                              <a:lumMod val="50000"/>
                            </a:schemeClr>
                          </a:solidFill>
                          <a:latin typeface="Cambria Math" panose="02040503050406030204" pitchFamily="18" charset="0"/>
                        </a:rPr>
                        <m:t>[</m:t>
                      </m:r>
                      <m:sSub>
                        <m:sSubPr>
                          <m:ctrlPr>
                            <a:rPr lang="fr-FR" sz="1100" b="0" i="1" dirty="0" smtClean="0">
                              <a:solidFill>
                                <a:schemeClr val="bg1">
                                  <a:lumMod val="50000"/>
                                </a:schemeClr>
                              </a:solidFill>
                              <a:latin typeface="Cambria Math" panose="02040503050406030204" pitchFamily="18" charset="0"/>
                            </a:rPr>
                          </m:ctrlPr>
                        </m:sSubPr>
                        <m:e>
                          <m:r>
                            <a:rPr lang="fr-FR" sz="1100" b="0" i="1" dirty="0" smtClean="0">
                              <a:solidFill>
                                <a:schemeClr val="bg1">
                                  <a:lumMod val="50000"/>
                                </a:schemeClr>
                              </a:solidFill>
                              <a:latin typeface="Cambria Math" panose="02040503050406030204" pitchFamily="18" charset="0"/>
                            </a:rPr>
                            <m:t>𝑐</m:t>
                          </m:r>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sSub>
                        <m:sSubPr>
                          <m:ctrlPr>
                            <a:rPr lang="fr-FR" sz="1100" b="0" i="1" dirty="0" smtClean="0">
                              <a:solidFill>
                                <a:schemeClr val="bg1">
                                  <a:lumMod val="50000"/>
                                </a:schemeClr>
                              </a:solidFill>
                              <a:latin typeface="Cambria Math" panose="02040503050406030204" pitchFamily="18" charset="0"/>
                            </a:rPr>
                          </m:ctrlPr>
                        </m:sSubPr>
                        <m:e>
                          <m:r>
                            <a:rPr lang="fr-FR" sz="1100" b="0" i="1" dirty="0" smtClean="0">
                              <a:solidFill>
                                <a:schemeClr val="bg1">
                                  <a:lumMod val="50000"/>
                                </a:schemeClr>
                              </a:solidFill>
                              <a:latin typeface="Cambria Math" panose="02040503050406030204" pitchFamily="18" charset="0"/>
                            </a:rPr>
                            <m:t>𝑠</m:t>
                          </m:r>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 </m:t>
                      </m:r>
                    </m:oMath>
                  </m:oMathPara>
                </a14:m>
                <a:endParaRPr lang="en-GB" sz="1100" dirty="0">
                  <a:solidFill>
                    <a:schemeClr val="bg1">
                      <a:lumMod val="50000"/>
                    </a:schemeClr>
                  </a:solidFill>
                </a:endParaRPr>
              </a:p>
            </p:txBody>
          </p:sp>
        </mc:Choice>
        <mc:Fallback xmlns="">
          <p:sp>
            <p:nvSpPr>
              <p:cNvPr id="21" name="ZoneTexte 20">
                <a:extLst>
                  <a:ext uri="{FF2B5EF4-FFF2-40B4-BE49-F238E27FC236}">
                    <a16:creationId xmlns:a16="http://schemas.microsoft.com/office/drawing/2014/main" id="{51BAC3B4-4EB0-DDD5-A30A-B110A7D61B54}"/>
                  </a:ext>
                </a:extLst>
              </p:cNvPr>
              <p:cNvSpPr txBox="1">
                <a:spLocks noRot="1" noChangeAspect="1" noMove="1" noResize="1" noEditPoints="1" noAdjustHandles="1" noChangeArrowheads="1" noChangeShapeType="1" noTextEdit="1"/>
              </p:cNvSpPr>
              <p:nvPr/>
            </p:nvSpPr>
            <p:spPr>
              <a:xfrm>
                <a:off x="3738793" y="4121301"/>
                <a:ext cx="1490432" cy="267509"/>
              </a:xfrm>
              <a:prstGeom prst="rect">
                <a:avLst/>
              </a:prstGeom>
              <a:blipFill>
                <a:blip r:embed="rId34"/>
                <a:stretch>
                  <a:fillRect b="-9091"/>
                </a:stretch>
              </a:blipFill>
            </p:spPr>
            <p:txBody>
              <a:bodyPr/>
              <a:lstStyle/>
              <a:p>
                <a:r>
                  <a:rPr lang="en-GB">
                    <a:noFill/>
                  </a:rPr>
                  <a:t> </a:t>
                </a:r>
              </a:p>
            </p:txBody>
          </p:sp>
        </mc:Fallback>
      </mc:AlternateContent>
      <p:cxnSp>
        <p:nvCxnSpPr>
          <p:cNvPr id="40" name="Connecteur en arc 39">
            <a:extLst>
              <a:ext uri="{FF2B5EF4-FFF2-40B4-BE49-F238E27FC236}">
                <a16:creationId xmlns:a16="http://schemas.microsoft.com/office/drawing/2014/main" id="{CD45F081-7311-9879-C76B-7C541CB7356E}"/>
              </a:ext>
            </a:extLst>
          </p:cNvPr>
          <p:cNvCxnSpPr>
            <a:cxnSpLocks/>
            <a:stCxn id="139" idx="3"/>
            <a:endCxn id="113" idx="1"/>
          </p:cNvCxnSpPr>
          <p:nvPr/>
        </p:nvCxnSpPr>
        <p:spPr>
          <a:xfrm>
            <a:off x="3731298" y="3939852"/>
            <a:ext cx="310087" cy="2228385"/>
          </a:xfrm>
          <a:prstGeom prst="curvedConnector3">
            <a:avLst>
              <a:gd name="adj1" fmla="val 50000"/>
            </a:avLst>
          </a:prstGeom>
          <a:ln w="15875" cap="flat" cmpd="sng" algn="ctr">
            <a:solidFill>
              <a:schemeClr val="accent2">
                <a:alpha val="7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23195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5EBD6-0745-AF2D-FE87-C4C0A9C55FAB}"/>
            </a:ext>
          </a:extLst>
        </p:cNvPr>
        <p:cNvGrpSpPr/>
        <p:nvPr/>
      </p:nvGrpSpPr>
      <p:grpSpPr>
        <a:xfrm>
          <a:off x="0" y="0"/>
          <a:ext cx="0" cy="0"/>
          <a:chOff x="0" y="0"/>
          <a:chExt cx="0" cy="0"/>
        </a:xfrm>
      </p:grpSpPr>
      <p:sp>
        <p:nvSpPr>
          <p:cNvPr id="11" name="Rectangle : coins arrondis 10">
            <a:extLst>
              <a:ext uri="{FF2B5EF4-FFF2-40B4-BE49-F238E27FC236}">
                <a16:creationId xmlns:a16="http://schemas.microsoft.com/office/drawing/2014/main" id="{B8E41F98-0454-DB9C-CE33-73D20CA90C87}"/>
              </a:ext>
            </a:extLst>
          </p:cNvPr>
          <p:cNvSpPr/>
          <p:nvPr/>
        </p:nvSpPr>
        <p:spPr>
          <a:xfrm>
            <a:off x="1004375" y="4890390"/>
            <a:ext cx="1681213" cy="1198125"/>
          </a:xfrm>
          <a:prstGeom prst="roundRect">
            <a:avLst/>
          </a:prstGeom>
          <a:solidFill>
            <a:schemeClr val="accent2">
              <a:alpha val="30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re 1">
            <a:extLst>
              <a:ext uri="{FF2B5EF4-FFF2-40B4-BE49-F238E27FC236}">
                <a16:creationId xmlns:a16="http://schemas.microsoft.com/office/drawing/2014/main" id="{5242259B-27F6-3433-6AEC-EB6301BDBA0D}"/>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07EE213C-C95B-D2AD-4B3C-D3D5130B56B5}"/>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FF1AF0DA-0D17-EFC0-78E0-4DEACDF0FFEC}"/>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a:p>
            <a:r>
              <a:rPr lang="en-GB" sz="2800" dirty="0">
                <a:latin typeface="ui-sans-serif"/>
              </a:rPr>
              <a:t>Some scoring functions f aka an alignment model</a:t>
            </a:r>
            <a:endParaRPr lang="en-GB" sz="2800" i="0" u="none" strike="noStrike" dirty="0">
              <a:effectLst/>
              <a:latin typeface="ui-sans-serif"/>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17A84E31-8C81-6D11-CF0B-AEB256E695BA}"/>
                  </a:ext>
                </a:extLst>
              </p:cNvPr>
              <p:cNvSpPr txBox="1"/>
              <p:nvPr/>
            </p:nvSpPr>
            <p:spPr>
              <a:xfrm>
                <a:off x="5850852" y="2450346"/>
                <a:ext cx="1628971"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solidFill>
                            <a:schemeClr val="accent1"/>
                          </a:solidFill>
                          <a:latin typeface="Cambria Math" panose="02040503050406030204" pitchFamily="18" charset="0"/>
                        </a:rPr>
                        <m:t>𝑓</m:t>
                      </m:r>
                      <m:d>
                        <m:dPr>
                          <m:ctrlPr>
                            <a:rPr lang="fr-FR" i="1" smtClean="0">
                              <a:solidFill>
                                <a:schemeClr val="accent1"/>
                              </a:solidFill>
                              <a:latin typeface="Cambria Math" panose="02040503050406030204" pitchFamily="18" charset="0"/>
                            </a:rPr>
                          </m:ctrlPr>
                        </m:dPr>
                        <m:e>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r>
                            <a:rPr lang="fr-FR" b="0" i="1" smtClean="0">
                              <a:solidFill>
                                <a:schemeClr val="accent1"/>
                              </a:solidFill>
                              <a:latin typeface="Cambria Math" panose="02040503050406030204" pitchFamily="18" charset="0"/>
                            </a:rPr>
                            <m:t>,</m:t>
                          </m:r>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Sub>
                        </m:e>
                      </m:d>
                      <m:r>
                        <a:rPr lang="fr-FR" b="0" i="1" smtClean="0">
                          <a:solidFill>
                            <a:schemeClr val="accent1"/>
                          </a:solidFill>
                          <a:latin typeface="Cambria Math" panose="02040503050406030204" pitchFamily="18" charset="0"/>
                        </a:rPr>
                        <m:t>=</m:t>
                      </m:r>
                      <m:sSubSup>
                        <m:sSubSupPr>
                          <m:ctrlPr>
                            <a:rPr lang="fr-FR" i="1" smtClean="0">
                              <a:solidFill>
                                <a:schemeClr val="accent1"/>
                              </a:solidFill>
                              <a:latin typeface="Cambria Math" panose="02040503050406030204" pitchFamily="18" charset="0"/>
                            </a:rPr>
                          </m:ctrlPr>
                        </m:sSubSup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up>
                          <m:r>
                            <a:rPr lang="fr-FR" b="0" i="1" smtClean="0">
                              <a:solidFill>
                                <a:schemeClr val="accent1"/>
                              </a:solidFill>
                              <a:latin typeface="Cambria Math" panose="02040503050406030204" pitchFamily="18" charset="0"/>
                            </a:rPr>
                            <m:t>𝑇</m:t>
                          </m:r>
                        </m:sup>
                      </m:sSubSup>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19" name="ZoneTexte 18">
                <a:extLst>
                  <a:ext uri="{FF2B5EF4-FFF2-40B4-BE49-F238E27FC236}">
                    <a16:creationId xmlns:a16="http://schemas.microsoft.com/office/drawing/2014/main" id="{5178D906-C398-B5DD-4CE0-1C7F3228111F}"/>
                  </a:ext>
                </a:extLst>
              </p:cNvPr>
              <p:cNvSpPr txBox="1">
                <a:spLocks noRot="1" noChangeAspect="1" noMove="1" noResize="1" noEditPoints="1" noAdjustHandles="1" noChangeArrowheads="1" noChangeShapeType="1" noTextEdit="1"/>
              </p:cNvSpPr>
              <p:nvPr/>
            </p:nvSpPr>
            <p:spPr>
              <a:xfrm>
                <a:off x="5850852" y="2450346"/>
                <a:ext cx="1628971" cy="331373"/>
              </a:xfrm>
              <a:prstGeom prst="rect">
                <a:avLst/>
              </a:prstGeom>
              <a:blipFill>
                <a:blip r:embed="rId3"/>
                <a:stretch>
                  <a:fillRect l="-3101" b="-22222"/>
                </a:stretch>
              </a:blipFill>
            </p:spPr>
            <p:txBody>
              <a:bodyPr/>
              <a:lstStyle/>
              <a:p>
                <a:r>
                  <a:rPr lang="en-GB">
                    <a:noFill/>
                  </a:rPr>
                  <a:t> </a:t>
                </a:r>
              </a:p>
            </p:txBody>
          </p:sp>
        </mc:Fallback>
      </mc:AlternateContent>
      <p:sp>
        <p:nvSpPr>
          <p:cNvPr id="28" name="ZoneTexte 27">
            <a:extLst>
              <a:ext uri="{FF2B5EF4-FFF2-40B4-BE49-F238E27FC236}">
                <a16:creationId xmlns:a16="http://schemas.microsoft.com/office/drawing/2014/main" id="{1376949F-7F6B-C2A1-A974-424E33BC6A91}"/>
              </a:ext>
            </a:extLst>
          </p:cNvPr>
          <p:cNvSpPr txBox="1"/>
          <p:nvPr/>
        </p:nvSpPr>
        <p:spPr>
          <a:xfrm>
            <a:off x="838197" y="2450346"/>
            <a:ext cx="5257801" cy="369332"/>
          </a:xfrm>
          <a:prstGeom prst="rect">
            <a:avLst/>
          </a:prstGeom>
          <a:noFill/>
        </p:spPr>
        <p:txBody>
          <a:bodyPr wrap="square">
            <a:spAutoFit/>
          </a:bodyPr>
          <a:lstStyle/>
          <a:p>
            <a:r>
              <a:rPr lang="en-GB" b="0" noProof="0" dirty="0">
                <a:solidFill>
                  <a:schemeClr val="accent1"/>
                </a:solidFill>
                <a:latin typeface="Cambria Math" panose="02040503050406030204" pitchFamily="18" charset="0"/>
              </a:rPr>
              <a:t>Multiplicative / Luong Attention (2 possibilities)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C72125F2-F3FA-A219-5132-833A1445956E}"/>
                  </a:ext>
                </a:extLst>
              </p:cNvPr>
              <p:cNvSpPr txBox="1"/>
              <p:nvPr/>
            </p:nvSpPr>
            <p:spPr>
              <a:xfrm>
                <a:off x="5850851" y="2879341"/>
                <a:ext cx="1856598"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solidFill>
                            <a:schemeClr val="accent1"/>
                          </a:solidFill>
                          <a:latin typeface="Cambria Math" panose="02040503050406030204" pitchFamily="18" charset="0"/>
                        </a:rPr>
                        <m:t>𝑓</m:t>
                      </m:r>
                      <m:d>
                        <m:dPr>
                          <m:ctrlPr>
                            <a:rPr lang="fr-FR" i="1" smtClean="0">
                              <a:solidFill>
                                <a:schemeClr val="accent1"/>
                              </a:solidFill>
                              <a:latin typeface="Cambria Math" panose="02040503050406030204" pitchFamily="18" charset="0"/>
                            </a:rPr>
                          </m:ctrlPr>
                        </m:dPr>
                        <m:e>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r>
                            <a:rPr lang="fr-FR" b="0" i="1" smtClean="0">
                              <a:solidFill>
                                <a:schemeClr val="accent1"/>
                              </a:solidFill>
                              <a:latin typeface="Cambria Math" panose="02040503050406030204" pitchFamily="18" charset="0"/>
                            </a:rPr>
                            <m:t>,</m:t>
                          </m:r>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Sub>
                        </m:e>
                      </m:d>
                      <m:r>
                        <a:rPr lang="fr-FR" b="0" i="1" smtClean="0">
                          <a:solidFill>
                            <a:schemeClr val="accent1"/>
                          </a:solidFill>
                          <a:latin typeface="Cambria Math" panose="02040503050406030204" pitchFamily="18" charset="0"/>
                        </a:rPr>
                        <m:t>=</m:t>
                      </m:r>
                      <m:sSubSup>
                        <m:sSubSupPr>
                          <m:ctrlPr>
                            <a:rPr lang="fr-FR" i="1" smtClean="0">
                              <a:solidFill>
                                <a:schemeClr val="accent1"/>
                              </a:solidFill>
                              <a:latin typeface="Cambria Math" panose="02040503050406030204" pitchFamily="18" charset="0"/>
                            </a:rPr>
                          </m:ctrlPr>
                        </m:sSubSup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up>
                          <m:r>
                            <a:rPr lang="fr-FR" b="0" i="1" smtClean="0">
                              <a:solidFill>
                                <a:schemeClr val="accent1"/>
                              </a:solidFill>
                              <a:latin typeface="Cambria Math" panose="02040503050406030204" pitchFamily="18" charset="0"/>
                            </a:rPr>
                            <m:t>𝑇</m:t>
                          </m:r>
                        </m:sup>
                      </m:sSubSup>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𝑊h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3" name="ZoneTexte 2">
                <a:extLst>
                  <a:ext uri="{FF2B5EF4-FFF2-40B4-BE49-F238E27FC236}">
                    <a16:creationId xmlns:a16="http://schemas.microsoft.com/office/drawing/2014/main" id="{1D04402E-F6BD-168C-1360-0F235D4F85E9}"/>
                  </a:ext>
                </a:extLst>
              </p:cNvPr>
              <p:cNvSpPr txBox="1">
                <a:spLocks noRot="1" noChangeAspect="1" noMove="1" noResize="1" noEditPoints="1" noAdjustHandles="1" noChangeArrowheads="1" noChangeShapeType="1" noTextEdit="1"/>
              </p:cNvSpPr>
              <p:nvPr/>
            </p:nvSpPr>
            <p:spPr>
              <a:xfrm>
                <a:off x="5850851" y="2879341"/>
                <a:ext cx="1856598" cy="331373"/>
              </a:xfrm>
              <a:prstGeom prst="rect">
                <a:avLst/>
              </a:prstGeom>
              <a:blipFill>
                <a:blip r:embed="rId4"/>
                <a:stretch>
                  <a:fillRect l="-2721" b="-22222"/>
                </a:stretch>
              </a:blipFill>
            </p:spPr>
            <p:txBody>
              <a:bodyPr/>
              <a:lstStyle/>
              <a:p>
                <a:r>
                  <a:rPr lang="en-GB">
                    <a:noFill/>
                  </a:rPr>
                  <a:t> </a:t>
                </a:r>
              </a:p>
            </p:txBody>
          </p:sp>
        </mc:Fallback>
      </mc:AlternateContent>
      <p:sp>
        <p:nvSpPr>
          <p:cNvPr id="7" name="Rectangle : coins arrondis 6">
            <a:extLst>
              <a:ext uri="{FF2B5EF4-FFF2-40B4-BE49-F238E27FC236}">
                <a16:creationId xmlns:a16="http://schemas.microsoft.com/office/drawing/2014/main" id="{E7CDE3E0-2333-AFA5-6892-790F67E32289}"/>
              </a:ext>
            </a:extLst>
          </p:cNvPr>
          <p:cNvSpPr/>
          <p:nvPr/>
        </p:nvSpPr>
        <p:spPr>
          <a:xfrm>
            <a:off x="1018665" y="3346746"/>
            <a:ext cx="1892502" cy="190932"/>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9" name="Rectangle : coins arrondis 8">
            <a:extLst>
              <a:ext uri="{FF2B5EF4-FFF2-40B4-BE49-F238E27FC236}">
                <a16:creationId xmlns:a16="http://schemas.microsoft.com/office/drawing/2014/main" id="{32EF3DDE-0AB7-DB14-E644-EAD97E028286}"/>
              </a:ext>
            </a:extLst>
          </p:cNvPr>
          <p:cNvSpPr/>
          <p:nvPr/>
        </p:nvSpPr>
        <p:spPr>
          <a:xfrm>
            <a:off x="1965351" y="5058250"/>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0" name="Connecteur droit avec flèche 9">
            <a:extLst>
              <a:ext uri="{FF2B5EF4-FFF2-40B4-BE49-F238E27FC236}">
                <a16:creationId xmlns:a16="http://schemas.microsoft.com/office/drawing/2014/main" id="{28CAEA54-B913-BCB0-3740-1E7B008176C8}"/>
              </a:ext>
            </a:extLst>
          </p:cNvPr>
          <p:cNvCxnSpPr>
            <a:cxnSpLocks/>
            <a:endCxn id="9" idx="2"/>
          </p:cNvCxnSpPr>
          <p:nvPr/>
        </p:nvCxnSpPr>
        <p:spPr>
          <a:xfrm flipH="1" flipV="1">
            <a:off x="2060679" y="5403744"/>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2" name="Rectangle : coins arrondis 11">
            <a:extLst>
              <a:ext uri="{FF2B5EF4-FFF2-40B4-BE49-F238E27FC236}">
                <a16:creationId xmlns:a16="http://schemas.microsoft.com/office/drawing/2014/main" id="{624969B6-FF90-C0EF-E750-4C0EFDE39F50}"/>
              </a:ext>
            </a:extLst>
          </p:cNvPr>
          <p:cNvSpPr/>
          <p:nvPr/>
        </p:nvSpPr>
        <p:spPr>
          <a:xfrm>
            <a:off x="2400046" y="5061014"/>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3" name="Connecteur droit avec flèche 12">
            <a:extLst>
              <a:ext uri="{FF2B5EF4-FFF2-40B4-BE49-F238E27FC236}">
                <a16:creationId xmlns:a16="http://schemas.microsoft.com/office/drawing/2014/main" id="{4A490612-49D1-C56C-6375-5E8ACB40B468}"/>
              </a:ext>
            </a:extLst>
          </p:cNvPr>
          <p:cNvCxnSpPr>
            <a:cxnSpLocks/>
            <a:endCxn id="12" idx="2"/>
          </p:cNvCxnSpPr>
          <p:nvPr/>
        </p:nvCxnSpPr>
        <p:spPr>
          <a:xfrm flipH="1" flipV="1">
            <a:off x="2495374" y="5406507"/>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DE0BD172-C007-B76D-1E06-0365F11905CA}"/>
              </a:ext>
            </a:extLst>
          </p:cNvPr>
          <p:cNvCxnSpPr>
            <a:cxnSpLocks/>
          </p:cNvCxnSpPr>
          <p:nvPr/>
        </p:nvCxnSpPr>
        <p:spPr>
          <a:xfrm>
            <a:off x="2156005" y="5266260"/>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5" name="Rectangle : coins arrondis 14">
            <a:extLst>
              <a:ext uri="{FF2B5EF4-FFF2-40B4-BE49-F238E27FC236}">
                <a16:creationId xmlns:a16="http://schemas.microsoft.com/office/drawing/2014/main" id="{290DD246-BA4F-B27B-4D4E-645001D56156}"/>
              </a:ext>
            </a:extLst>
          </p:cNvPr>
          <p:cNvSpPr/>
          <p:nvPr/>
        </p:nvSpPr>
        <p:spPr>
          <a:xfrm>
            <a:off x="1092209" y="5054725"/>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6" name="Rectangle : coins arrondis 15">
            <a:extLst>
              <a:ext uri="{FF2B5EF4-FFF2-40B4-BE49-F238E27FC236}">
                <a16:creationId xmlns:a16="http://schemas.microsoft.com/office/drawing/2014/main" id="{8264DB7A-75F1-B293-76AE-6B4FE0A74870}"/>
              </a:ext>
            </a:extLst>
          </p:cNvPr>
          <p:cNvSpPr/>
          <p:nvPr/>
        </p:nvSpPr>
        <p:spPr>
          <a:xfrm>
            <a:off x="1526904" y="5057488"/>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7" name="Connecteur droit avec flèche 16">
            <a:extLst>
              <a:ext uri="{FF2B5EF4-FFF2-40B4-BE49-F238E27FC236}">
                <a16:creationId xmlns:a16="http://schemas.microsoft.com/office/drawing/2014/main" id="{7F458A19-A20C-DAC0-A75F-2A3B82BF0872}"/>
              </a:ext>
            </a:extLst>
          </p:cNvPr>
          <p:cNvCxnSpPr>
            <a:cxnSpLocks/>
          </p:cNvCxnSpPr>
          <p:nvPr/>
        </p:nvCxnSpPr>
        <p:spPr>
          <a:xfrm>
            <a:off x="1282865" y="5262735"/>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7F9BABF9-E0E7-0B90-333C-6BE12EC9582A}"/>
              </a:ext>
            </a:extLst>
          </p:cNvPr>
          <p:cNvCxnSpPr>
            <a:cxnSpLocks/>
          </p:cNvCxnSpPr>
          <p:nvPr/>
        </p:nvCxnSpPr>
        <p:spPr>
          <a:xfrm flipV="1">
            <a:off x="1717560" y="5266261"/>
            <a:ext cx="247791" cy="4766"/>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EAB6B8EB-4A32-7D08-58B4-35F856436978}"/>
              </a:ext>
            </a:extLst>
          </p:cNvPr>
          <p:cNvCxnSpPr>
            <a:cxnSpLocks/>
            <a:stCxn id="15" idx="0"/>
          </p:cNvCxnSpPr>
          <p:nvPr/>
        </p:nvCxnSpPr>
        <p:spPr>
          <a:xfrm flipV="1">
            <a:off x="1187537" y="4048217"/>
            <a:ext cx="2123" cy="1006508"/>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EAD2721F-B033-62E4-0C71-30FDD0B633E1}"/>
              </a:ext>
            </a:extLst>
          </p:cNvPr>
          <p:cNvCxnSpPr>
            <a:cxnSpLocks/>
          </p:cNvCxnSpPr>
          <p:nvPr/>
        </p:nvCxnSpPr>
        <p:spPr>
          <a:xfrm flipH="1" flipV="1">
            <a:off x="1617907" y="5406507"/>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B6460A7E-BBD8-1C3A-44DC-A4AA3F6C5234}"/>
              </a:ext>
            </a:extLst>
          </p:cNvPr>
          <p:cNvCxnSpPr>
            <a:cxnSpLocks/>
          </p:cNvCxnSpPr>
          <p:nvPr/>
        </p:nvCxnSpPr>
        <p:spPr>
          <a:xfrm flipH="1" flipV="1">
            <a:off x="1186186" y="5412221"/>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E7E78483-A14A-B9C8-A96F-216F315F8B86}"/>
              </a:ext>
            </a:extLst>
          </p:cNvPr>
          <p:cNvSpPr txBox="1"/>
          <p:nvPr/>
        </p:nvSpPr>
        <p:spPr>
          <a:xfrm>
            <a:off x="1052532" y="3759499"/>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26" name="Connecteur droit avec flèche 25">
            <a:extLst>
              <a:ext uri="{FF2B5EF4-FFF2-40B4-BE49-F238E27FC236}">
                <a16:creationId xmlns:a16="http://schemas.microsoft.com/office/drawing/2014/main" id="{6D531E19-6589-3F49-BFCE-733F1E0C0F3C}"/>
              </a:ext>
            </a:extLst>
          </p:cNvPr>
          <p:cNvCxnSpPr>
            <a:cxnSpLocks/>
          </p:cNvCxnSpPr>
          <p:nvPr/>
        </p:nvCxnSpPr>
        <p:spPr>
          <a:xfrm>
            <a:off x="2157576" y="5197202"/>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9F7828A2-E385-31CC-F261-DEA04923FB49}"/>
              </a:ext>
            </a:extLst>
          </p:cNvPr>
          <p:cNvCxnSpPr>
            <a:cxnSpLocks/>
          </p:cNvCxnSpPr>
          <p:nvPr/>
        </p:nvCxnSpPr>
        <p:spPr>
          <a:xfrm>
            <a:off x="1284436" y="5193678"/>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AAEADC5D-9A3A-3B3C-8AA6-A48D3F016165}"/>
              </a:ext>
            </a:extLst>
          </p:cNvPr>
          <p:cNvCxnSpPr>
            <a:cxnSpLocks/>
          </p:cNvCxnSpPr>
          <p:nvPr/>
        </p:nvCxnSpPr>
        <p:spPr>
          <a:xfrm flipV="1">
            <a:off x="1719131" y="5197203"/>
            <a:ext cx="247791" cy="4766"/>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6D608071-AE75-0911-37C5-A6318B15817A}"/>
              </a:ext>
            </a:extLst>
          </p:cNvPr>
          <p:cNvCxnSpPr>
            <a:cxnSpLocks/>
          </p:cNvCxnSpPr>
          <p:nvPr/>
        </p:nvCxnSpPr>
        <p:spPr>
          <a:xfrm flipV="1">
            <a:off x="1623731" y="4220130"/>
            <a:ext cx="2123" cy="822578"/>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5ED7AE18-5E08-A1FE-C615-B5A45ABFFD49}"/>
              </a:ext>
            </a:extLst>
          </p:cNvPr>
          <p:cNvCxnSpPr>
            <a:cxnSpLocks/>
          </p:cNvCxnSpPr>
          <p:nvPr/>
        </p:nvCxnSpPr>
        <p:spPr>
          <a:xfrm flipV="1">
            <a:off x="2070773" y="4496706"/>
            <a:ext cx="2123" cy="548385"/>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9AFD28D9-1FD0-C17E-2628-AEDD812A642B}"/>
              </a:ext>
            </a:extLst>
          </p:cNvPr>
          <p:cNvCxnSpPr>
            <a:cxnSpLocks/>
          </p:cNvCxnSpPr>
          <p:nvPr/>
        </p:nvCxnSpPr>
        <p:spPr>
          <a:xfrm flipV="1">
            <a:off x="2495374" y="4776217"/>
            <a:ext cx="2123" cy="274193"/>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8372F011-8A9B-2432-D039-025F58BD98C3}"/>
              </a:ext>
            </a:extLst>
          </p:cNvPr>
          <p:cNvSpPr txBox="1"/>
          <p:nvPr/>
        </p:nvSpPr>
        <p:spPr>
          <a:xfrm>
            <a:off x="1478133" y="3938419"/>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34" name="ZoneTexte 33">
            <a:extLst>
              <a:ext uri="{FF2B5EF4-FFF2-40B4-BE49-F238E27FC236}">
                <a16:creationId xmlns:a16="http://schemas.microsoft.com/office/drawing/2014/main" id="{B3048B38-8A01-F1EC-869C-78496D03D234}"/>
              </a:ext>
            </a:extLst>
          </p:cNvPr>
          <p:cNvSpPr txBox="1"/>
          <p:nvPr/>
        </p:nvSpPr>
        <p:spPr>
          <a:xfrm>
            <a:off x="1941875" y="4204367"/>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35" name="ZoneTexte 34">
            <a:extLst>
              <a:ext uri="{FF2B5EF4-FFF2-40B4-BE49-F238E27FC236}">
                <a16:creationId xmlns:a16="http://schemas.microsoft.com/office/drawing/2014/main" id="{08281141-A1B6-372C-474F-3975A5AA26AF}"/>
              </a:ext>
            </a:extLst>
          </p:cNvPr>
          <p:cNvSpPr txBox="1"/>
          <p:nvPr/>
        </p:nvSpPr>
        <p:spPr>
          <a:xfrm>
            <a:off x="2377316" y="4487940"/>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906FC9FA-E6C8-EAAC-8DC1-C78B5F7F0BDE}"/>
                  </a:ext>
                </a:extLst>
              </p:cNvPr>
              <p:cNvSpPr txBox="1"/>
              <p:nvPr/>
            </p:nvSpPr>
            <p:spPr>
              <a:xfrm>
                <a:off x="1018664" y="4890390"/>
                <a:ext cx="175090"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36" name="ZoneTexte 35">
                <a:extLst>
                  <a:ext uri="{FF2B5EF4-FFF2-40B4-BE49-F238E27FC236}">
                    <a16:creationId xmlns:a16="http://schemas.microsoft.com/office/drawing/2014/main" id="{AE8E9C00-7A1B-C294-2969-B0250DE66FAA}"/>
                  </a:ext>
                </a:extLst>
              </p:cNvPr>
              <p:cNvSpPr txBox="1">
                <a:spLocks noRot="1" noChangeAspect="1" noMove="1" noResize="1" noEditPoints="1" noAdjustHandles="1" noChangeArrowheads="1" noChangeShapeType="1" noTextEdit="1"/>
              </p:cNvSpPr>
              <p:nvPr/>
            </p:nvSpPr>
            <p:spPr>
              <a:xfrm>
                <a:off x="1018664" y="4890390"/>
                <a:ext cx="175090" cy="164092"/>
              </a:xfrm>
              <a:prstGeom prst="rect">
                <a:avLst/>
              </a:prstGeom>
              <a:blipFill>
                <a:blip r:embed="rId5"/>
                <a:stretch>
                  <a:fillRect l="-40000" r="-13333"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FAE936BB-2D93-4C1A-1470-9B6AA658F5F0}"/>
                  </a:ext>
                </a:extLst>
              </p:cNvPr>
              <p:cNvSpPr txBox="1"/>
              <p:nvPr/>
            </p:nvSpPr>
            <p:spPr>
              <a:xfrm>
                <a:off x="1443016"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37" name="ZoneTexte 36">
                <a:extLst>
                  <a:ext uri="{FF2B5EF4-FFF2-40B4-BE49-F238E27FC236}">
                    <a16:creationId xmlns:a16="http://schemas.microsoft.com/office/drawing/2014/main" id="{6BCA5918-68AB-9AF9-6D3B-C79C41338FA9}"/>
                  </a:ext>
                </a:extLst>
              </p:cNvPr>
              <p:cNvSpPr txBox="1">
                <a:spLocks noRot="1" noChangeAspect="1" noMove="1" noResize="1" noEditPoints="1" noAdjustHandles="1" noChangeArrowheads="1" noChangeShapeType="1" noTextEdit="1"/>
              </p:cNvSpPr>
              <p:nvPr/>
            </p:nvSpPr>
            <p:spPr>
              <a:xfrm>
                <a:off x="1443016" y="4890390"/>
                <a:ext cx="178487" cy="164092"/>
              </a:xfrm>
              <a:prstGeom prst="rect">
                <a:avLst/>
              </a:prstGeom>
              <a:blipFill>
                <a:blip r:embed="rId6"/>
                <a:stretch>
                  <a:fillRect l="-33333" r="-200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CDCC5B29-10C7-B040-0FF2-9010E3CA0ECB}"/>
                  </a:ext>
                </a:extLst>
              </p:cNvPr>
              <p:cNvSpPr txBox="1"/>
              <p:nvPr/>
            </p:nvSpPr>
            <p:spPr>
              <a:xfrm>
                <a:off x="1916113"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38" name="ZoneTexte 37">
                <a:extLst>
                  <a:ext uri="{FF2B5EF4-FFF2-40B4-BE49-F238E27FC236}">
                    <a16:creationId xmlns:a16="http://schemas.microsoft.com/office/drawing/2014/main" id="{CC854287-8597-CB70-8C37-0586BC0984DD}"/>
                  </a:ext>
                </a:extLst>
              </p:cNvPr>
              <p:cNvSpPr txBox="1">
                <a:spLocks noRot="1" noChangeAspect="1" noMove="1" noResize="1" noEditPoints="1" noAdjustHandles="1" noChangeArrowheads="1" noChangeShapeType="1" noTextEdit="1"/>
              </p:cNvSpPr>
              <p:nvPr/>
            </p:nvSpPr>
            <p:spPr>
              <a:xfrm>
                <a:off x="1916113" y="4890390"/>
                <a:ext cx="178487" cy="164092"/>
              </a:xfrm>
              <a:prstGeom prst="rect">
                <a:avLst/>
              </a:prstGeom>
              <a:blipFill>
                <a:blip r:embed="rId7"/>
                <a:stretch>
                  <a:fillRect l="-31250" r="-125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8919BAF4-EF57-8A5A-DA24-81413A67B128}"/>
                  </a:ext>
                </a:extLst>
              </p:cNvPr>
              <p:cNvSpPr txBox="1"/>
              <p:nvPr/>
            </p:nvSpPr>
            <p:spPr>
              <a:xfrm>
                <a:off x="2323397"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39" name="ZoneTexte 38">
                <a:extLst>
                  <a:ext uri="{FF2B5EF4-FFF2-40B4-BE49-F238E27FC236}">
                    <a16:creationId xmlns:a16="http://schemas.microsoft.com/office/drawing/2014/main" id="{324E4FF0-B3E9-D4A3-8901-32BF2EC9934B}"/>
                  </a:ext>
                </a:extLst>
              </p:cNvPr>
              <p:cNvSpPr txBox="1">
                <a:spLocks noRot="1" noChangeAspect="1" noMove="1" noResize="1" noEditPoints="1" noAdjustHandles="1" noChangeArrowheads="1" noChangeShapeType="1" noTextEdit="1"/>
              </p:cNvSpPr>
              <p:nvPr/>
            </p:nvSpPr>
            <p:spPr>
              <a:xfrm>
                <a:off x="2323397" y="4890390"/>
                <a:ext cx="178487" cy="164092"/>
              </a:xfrm>
              <a:prstGeom prst="rect">
                <a:avLst/>
              </a:prstGeom>
              <a:blipFill>
                <a:blip r:embed="rId8"/>
                <a:stretch>
                  <a:fillRect l="-33333" r="-200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39559352-1A0B-F69F-20CF-606A2B682C1C}"/>
                  </a:ext>
                </a:extLst>
              </p:cNvPr>
              <p:cNvSpPr txBox="1"/>
              <p:nvPr/>
            </p:nvSpPr>
            <p:spPr>
              <a:xfrm>
                <a:off x="117381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1" name="ZoneTexte 40">
                <a:extLst>
                  <a:ext uri="{FF2B5EF4-FFF2-40B4-BE49-F238E27FC236}">
                    <a16:creationId xmlns:a16="http://schemas.microsoft.com/office/drawing/2014/main" id="{B8D7DE3A-B33F-3DDA-74ED-0A8E3243D604}"/>
                  </a:ext>
                </a:extLst>
              </p:cNvPr>
              <p:cNvSpPr txBox="1">
                <a:spLocks noRot="1" noChangeAspect="1" noMove="1" noResize="1" noEditPoints="1" noAdjustHandles="1" noChangeArrowheads="1" noChangeShapeType="1" noTextEdit="1"/>
              </p:cNvSpPr>
              <p:nvPr/>
            </p:nvSpPr>
            <p:spPr>
              <a:xfrm>
                <a:off x="1173810" y="3605682"/>
                <a:ext cx="427340" cy="93767"/>
              </a:xfrm>
              <a:prstGeom prst="rect">
                <a:avLst/>
              </a:prstGeom>
              <a:blipFill>
                <a:blip r:embed="rId9"/>
                <a:stretch>
                  <a:fillRect l="-5714" t="-11111" r="-571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632A97BB-6029-6D5F-185B-0ECA0D84D2E6}"/>
                  </a:ext>
                </a:extLst>
              </p:cNvPr>
              <p:cNvSpPr txBox="1"/>
              <p:nvPr/>
            </p:nvSpPr>
            <p:spPr>
              <a:xfrm>
                <a:off x="160115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2" name="ZoneTexte 41">
                <a:extLst>
                  <a:ext uri="{FF2B5EF4-FFF2-40B4-BE49-F238E27FC236}">
                    <a16:creationId xmlns:a16="http://schemas.microsoft.com/office/drawing/2014/main" id="{CA0B63E6-1661-0BF4-1302-AFED9E093FC8}"/>
                  </a:ext>
                </a:extLst>
              </p:cNvPr>
              <p:cNvSpPr txBox="1">
                <a:spLocks noRot="1" noChangeAspect="1" noMove="1" noResize="1" noEditPoints="1" noAdjustHandles="1" noChangeArrowheads="1" noChangeShapeType="1" noTextEdit="1"/>
              </p:cNvSpPr>
              <p:nvPr/>
            </p:nvSpPr>
            <p:spPr>
              <a:xfrm>
                <a:off x="1601150" y="3605682"/>
                <a:ext cx="427340" cy="93767"/>
              </a:xfrm>
              <a:prstGeom prst="rect">
                <a:avLst/>
              </a:prstGeom>
              <a:blipFill>
                <a:blip r:embed="rId10"/>
                <a:stretch>
                  <a:fillRect l="-8824" t="-11111" r="-882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3B1DEC04-93C4-D58F-59ED-42EAF2484011}"/>
                  </a:ext>
                </a:extLst>
              </p:cNvPr>
              <p:cNvSpPr txBox="1"/>
              <p:nvPr/>
            </p:nvSpPr>
            <p:spPr>
              <a:xfrm>
                <a:off x="206047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3" name="ZoneTexte 42">
                <a:extLst>
                  <a:ext uri="{FF2B5EF4-FFF2-40B4-BE49-F238E27FC236}">
                    <a16:creationId xmlns:a16="http://schemas.microsoft.com/office/drawing/2014/main" id="{47276744-F763-E509-9C5C-ADCB5C1EC569}"/>
                  </a:ext>
                </a:extLst>
              </p:cNvPr>
              <p:cNvSpPr txBox="1">
                <a:spLocks noRot="1" noChangeAspect="1" noMove="1" noResize="1" noEditPoints="1" noAdjustHandles="1" noChangeArrowheads="1" noChangeShapeType="1" noTextEdit="1"/>
              </p:cNvSpPr>
              <p:nvPr/>
            </p:nvSpPr>
            <p:spPr>
              <a:xfrm>
                <a:off x="2060470" y="3605682"/>
                <a:ext cx="427340" cy="93767"/>
              </a:xfrm>
              <a:prstGeom prst="rect">
                <a:avLst/>
              </a:prstGeom>
              <a:blipFill>
                <a:blip r:embed="rId11"/>
                <a:stretch>
                  <a:fillRect l="-8824" t="-11111" r="-882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CC780E20-645E-0ECB-1CEB-9C7A15FCB267}"/>
                  </a:ext>
                </a:extLst>
              </p:cNvPr>
              <p:cNvSpPr txBox="1"/>
              <p:nvPr/>
            </p:nvSpPr>
            <p:spPr>
              <a:xfrm>
                <a:off x="248595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4" name="ZoneTexte 43">
                <a:extLst>
                  <a:ext uri="{FF2B5EF4-FFF2-40B4-BE49-F238E27FC236}">
                    <a16:creationId xmlns:a16="http://schemas.microsoft.com/office/drawing/2014/main" id="{CA902CE0-9004-D07C-F8FF-08994DB04810}"/>
                  </a:ext>
                </a:extLst>
              </p:cNvPr>
              <p:cNvSpPr txBox="1">
                <a:spLocks noRot="1" noChangeAspect="1" noMove="1" noResize="1" noEditPoints="1" noAdjustHandles="1" noChangeArrowheads="1" noChangeShapeType="1" noTextEdit="1"/>
              </p:cNvSpPr>
              <p:nvPr/>
            </p:nvSpPr>
            <p:spPr>
              <a:xfrm>
                <a:off x="2485950" y="3605682"/>
                <a:ext cx="427340" cy="93767"/>
              </a:xfrm>
              <a:prstGeom prst="rect">
                <a:avLst/>
              </a:prstGeom>
              <a:blipFill>
                <a:blip r:embed="rId12"/>
                <a:stretch>
                  <a:fillRect l="-5714" t="-11111" r="-5714" b="-66667"/>
                </a:stretch>
              </a:blipFill>
            </p:spPr>
            <p:txBody>
              <a:bodyPr/>
              <a:lstStyle/>
              <a:p>
                <a:r>
                  <a:rPr lang="en-GB">
                    <a:noFill/>
                  </a:rPr>
                  <a:t> </a:t>
                </a:r>
              </a:p>
            </p:txBody>
          </p:sp>
        </mc:Fallback>
      </mc:AlternateContent>
      <p:cxnSp>
        <p:nvCxnSpPr>
          <p:cNvPr id="45" name="Connecteur droit avec flèche 44">
            <a:extLst>
              <a:ext uri="{FF2B5EF4-FFF2-40B4-BE49-F238E27FC236}">
                <a16:creationId xmlns:a16="http://schemas.microsoft.com/office/drawing/2014/main" id="{8F406322-70DA-AB1D-9CDC-035B12C00C03}"/>
              </a:ext>
            </a:extLst>
          </p:cNvPr>
          <p:cNvCxnSpPr>
            <a:cxnSpLocks/>
          </p:cNvCxnSpPr>
          <p:nvPr/>
        </p:nvCxnSpPr>
        <p:spPr>
          <a:xfrm flipV="1">
            <a:off x="1193754" y="3550516"/>
            <a:ext cx="2123" cy="191935"/>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5875B38A-9771-CAB2-CAE6-2F4CD6EB7BDF}"/>
              </a:ext>
            </a:extLst>
          </p:cNvPr>
          <p:cNvCxnSpPr>
            <a:cxnSpLocks/>
          </p:cNvCxnSpPr>
          <p:nvPr/>
        </p:nvCxnSpPr>
        <p:spPr>
          <a:xfrm flipV="1">
            <a:off x="1621503" y="3550517"/>
            <a:ext cx="2123" cy="38386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40682193-A76B-DCF1-35D4-0987C93DECC2}"/>
              </a:ext>
            </a:extLst>
          </p:cNvPr>
          <p:cNvCxnSpPr>
            <a:cxnSpLocks/>
          </p:cNvCxnSpPr>
          <p:nvPr/>
        </p:nvCxnSpPr>
        <p:spPr>
          <a:xfrm flipV="1">
            <a:off x="2088426" y="3550516"/>
            <a:ext cx="2123" cy="658062"/>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26DA94B7-FD14-C100-03B8-71A43DB3148E}"/>
              </a:ext>
            </a:extLst>
          </p:cNvPr>
          <p:cNvCxnSpPr>
            <a:cxnSpLocks/>
          </p:cNvCxnSpPr>
          <p:nvPr/>
        </p:nvCxnSpPr>
        <p:spPr>
          <a:xfrm flipV="1">
            <a:off x="2511937" y="3550516"/>
            <a:ext cx="2123" cy="932255"/>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A111EFFB-4AEB-388A-FE05-9C119021C31C}"/>
              </a:ext>
            </a:extLst>
          </p:cNvPr>
          <p:cNvCxnSpPr>
            <a:cxnSpLocks/>
          </p:cNvCxnSpPr>
          <p:nvPr/>
        </p:nvCxnSpPr>
        <p:spPr>
          <a:xfrm flipV="1">
            <a:off x="1196620" y="3157749"/>
            <a:ext cx="0"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F8959876-1A4D-2983-2590-F06B595A4D8B}"/>
              </a:ext>
            </a:extLst>
          </p:cNvPr>
          <p:cNvCxnSpPr>
            <a:cxnSpLocks/>
          </p:cNvCxnSpPr>
          <p:nvPr/>
        </p:nvCxnSpPr>
        <p:spPr>
          <a:xfrm flipV="1">
            <a:off x="1618620" y="3157749"/>
            <a:ext cx="0"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BDA2EFF3-5AB6-BF16-B929-EBCE56A474E7}"/>
              </a:ext>
            </a:extLst>
          </p:cNvPr>
          <p:cNvCxnSpPr>
            <a:cxnSpLocks/>
          </p:cNvCxnSpPr>
          <p:nvPr/>
        </p:nvCxnSpPr>
        <p:spPr>
          <a:xfrm flipV="1">
            <a:off x="2089791" y="3157749"/>
            <a:ext cx="2124"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CEA3072B-05CF-8FB4-772A-E2E64CE8A409}"/>
              </a:ext>
            </a:extLst>
          </p:cNvPr>
          <p:cNvCxnSpPr>
            <a:cxnSpLocks/>
          </p:cNvCxnSpPr>
          <p:nvPr/>
        </p:nvCxnSpPr>
        <p:spPr>
          <a:xfrm flipV="1">
            <a:off x="2501884" y="3157749"/>
            <a:ext cx="2398"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A45AFCBB-7D80-7626-8746-C77BCE673EBF}"/>
                  </a:ext>
                </a:extLst>
              </p:cNvPr>
              <p:cNvSpPr txBox="1">
                <a:spLocks noChangeAspect="1"/>
              </p:cNvSpPr>
              <p:nvPr/>
            </p:nvSpPr>
            <p:spPr>
              <a:xfrm>
                <a:off x="1115081" y="2981414"/>
                <a:ext cx="228819" cy="1464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1,0</m:t>
                          </m:r>
                        </m:sub>
                      </m:sSub>
                    </m:oMath>
                  </m:oMathPara>
                </a14:m>
                <a:endParaRPr lang="en-GB" sz="1200" dirty="0"/>
              </a:p>
            </p:txBody>
          </p:sp>
        </mc:Choice>
        <mc:Fallback xmlns="">
          <p:sp>
            <p:nvSpPr>
              <p:cNvPr id="53" name="ZoneTexte 52">
                <a:extLst>
                  <a:ext uri="{FF2B5EF4-FFF2-40B4-BE49-F238E27FC236}">
                    <a16:creationId xmlns:a16="http://schemas.microsoft.com/office/drawing/2014/main" id="{895CFFA3-5F75-DE92-BEA2-52A8CAA2BB46}"/>
                  </a:ext>
                </a:extLst>
              </p:cNvPr>
              <p:cNvSpPr txBox="1">
                <a:spLocks noRot="1" noChangeAspect="1" noMove="1" noResize="1" noEditPoints="1" noAdjustHandles="1" noChangeArrowheads="1" noChangeShapeType="1" noTextEdit="1"/>
              </p:cNvSpPr>
              <p:nvPr/>
            </p:nvSpPr>
            <p:spPr>
              <a:xfrm>
                <a:off x="1115081" y="2981414"/>
                <a:ext cx="228819" cy="146409"/>
              </a:xfrm>
              <a:prstGeom prst="rect">
                <a:avLst/>
              </a:prstGeom>
              <a:blipFill>
                <a:blip r:embed="rId13"/>
                <a:stretch>
                  <a:fillRect l="-15789" r="-21053" b="-3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117DBD06-FA9F-E68A-1BCC-A0727051C721}"/>
                  </a:ext>
                </a:extLst>
              </p:cNvPr>
              <p:cNvSpPr txBox="1">
                <a:spLocks noChangeAspect="1"/>
              </p:cNvSpPr>
              <p:nvPr/>
            </p:nvSpPr>
            <p:spPr>
              <a:xfrm>
                <a:off x="1498349" y="2977584"/>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2,0</m:t>
                          </m:r>
                        </m:sub>
                      </m:sSub>
                    </m:oMath>
                  </m:oMathPara>
                </a14:m>
                <a:endParaRPr lang="en-GB" sz="1200" dirty="0"/>
              </a:p>
            </p:txBody>
          </p:sp>
        </mc:Choice>
        <mc:Fallback xmlns="">
          <p:sp>
            <p:nvSpPr>
              <p:cNvPr id="54" name="ZoneTexte 53">
                <a:extLst>
                  <a:ext uri="{FF2B5EF4-FFF2-40B4-BE49-F238E27FC236}">
                    <a16:creationId xmlns:a16="http://schemas.microsoft.com/office/drawing/2014/main" id="{45854FC1-31C5-3C8B-9ED7-044FD2983305}"/>
                  </a:ext>
                </a:extLst>
              </p:cNvPr>
              <p:cNvSpPr txBox="1">
                <a:spLocks noRot="1" noChangeAspect="1" noMove="1" noResize="1" noEditPoints="1" noAdjustHandles="1" noChangeArrowheads="1" noChangeShapeType="1" noTextEdit="1"/>
              </p:cNvSpPr>
              <p:nvPr/>
            </p:nvSpPr>
            <p:spPr>
              <a:xfrm>
                <a:off x="1498349" y="2977584"/>
                <a:ext cx="232514" cy="146901"/>
              </a:xfrm>
              <a:prstGeom prst="rect">
                <a:avLst/>
              </a:prstGeom>
              <a:blipFill>
                <a:blip r:embed="rId14"/>
                <a:stretch>
                  <a:fillRect l="-21053" r="-21053" b="-3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FFE574D9-FC72-3749-B9BA-90A5F92706D3}"/>
                  </a:ext>
                </a:extLst>
              </p:cNvPr>
              <p:cNvSpPr txBox="1">
                <a:spLocks noChangeAspect="1"/>
              </p:cNvSpPr>
              <p:nvPr/>
            </p:nvSpPr>
            <p:spPr>
              <a:xfrm>
                <a:off x="1938647" y="2996356"/>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3,0</m:t>
                          </m:r>
                        </m:sub>
                      </m:sSub>
                    </m:oMath>
                  </m:oMathPara>
                </a14:m>
                <a:endParaRPr lang="en-GB" sz="1200" dirty="0"/>
              </a:p>
            </p:txBody>
          </p:sp>
        </mc:Choice>
        <mc:Fallback xmlns="">
          <p:sp>
            <p:nvSpPr>
              <p:cNvPr id="55" name="ZoneTexte 54">
                <a:extLst>
                  <a:ext uri="{FF2B5EF4-FFF2-40B4-BE49-F238E27FC236}">
                    <a16:creationId xmlns:a16="http://schemas.microsoft.com/office/drawing/2014/main" id="{9EC75032-3C04-1E24-91EB-9DFF1F74837C}"/>
                  </a:ext>
                </a:extLst>
              </p:cNvPr>
              <p:cNvSpPr txBox="1">
                <a:spLocks noRot="1" noChangeAspect="1" noMove="1" noResize="1" noEditPoints="1" noAdjustHandles="1" noChangeArrowheads="1" noChangeShapeType="1" noTextEdit="1"/>
              </p:cNvSpPr>
              <p:nvPr/>
            </p:nvSpPr>
            <p:spPr>
              <a:xfrm>
                <a:off x="1938647" y="2996356"/>
                <a:ext cx="232514" cy="146901"/>
              </a:xfrm>
              <a:prstGeom prst="rect">
                <a:avLst/>
              </a:prstGeom>
              <a:blipFill>
                <a:blip r:embed="rId15"/>
                <a:stretch>
                  <a:fillRect l="-15789" r="-26316" b="-41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ZoneTexte 55">
                <a:extLst>
                  <a:ext uri="{FF2B5EF4-FFF2-40B4-BE49-F238E27FC236}">
                    <a16:creationId xmlns:a16="http://schemas.microsoft.com/office/drawing/2014/main" id="{4D84DB94-E331-77A6-CAA2-164051E1BF8D}"/>
                  </a:ext>
                </a:extLst>
              </p:cNvPr>
              <p:cNvSpPr txBox="1">
                <a:spLocks noChangeAspect="1"/>
              </p:cNvSpPr>
              <p:nvPr/>
            </p:nvSpPr>
            <p:spPr>
              <a:xfrm>
                <a:off x="2379117" y="2998833"/>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4,0</m:t>
                          </m:r>
                        </m:sub>
                      </m:sSub>
                    </m:oMath>
                  </m:oMathPara>
                </a14:m>
                <a:endParaRPr lang="en-GB" sz="1200" dirty="0"/>
              </a:p>
            </p:txBody>
          </p:sp>
        </mc:Choice>
        <mc:Fallback xmlns="">
          <p:sp>
            <p:nvSpPr>
              <p:cNvPr id="56" name="ZoneTexte 55">
                <a:extLst>
                  <a:ext uri="{FF2B5EF4-FFF2-40B4-BE49-F238E27FC236}">
                    <a16:creationId xmlns:a16="http://schemas.microsoft.com/office/drawing/2014/main" id="{CBCB8CF7-D202-6CA0-9B81-8054F7161DD3}"/>
                  </a:ext>
                </a:extLst>
              </p:cNvPr>
              <p:cNvSpPr txBox="1">
                <a:spLocks noRot="1" noChangeAspect="1" noMove="1" noResize="1" noEditPoints="1" noAdjustHandles="1" noChangeArrowheads="1" noChangeShapeType="1" noTextEdit="1"/>
              </p:cNvSpPr>
              <p:nvPr/>
            </p:nvSpPr>
            <p:spPr>
              <a:xfrm>
                <a:off x="2379117" y="2998833"/>
                <a:ext cx="232514" cy="146901"/>
              </a:xfrm>
              <a:prstGeom prst="rect">
                <a:avLst/>
              </a:prstGeom>
              <a:blipFill>
                <a:blip r:embed="rId16"/>
                <a:stretch>
                  <a:fillRect l="-15789" r="-21053" b="-41667"/>
                </a:stretch>
              </a:blipFill>
            </p:spPr>
            <p:txBody>
              <a:bodyPr/>
              <a:lstStyle/>
              <a:p>
                <a:r>
                  <a:rPr lang="en-GB">
                    <a:noFill/>
                  </a:rPr>
                  <a:t> </a:t>
                </a:r>
              </a:p>
            </p:txBody>
          </p:sp>
        </mc:Fallback>
      </mc:AlternateContent>
      <p:sp>
        <p:nvSpPr>
          <p:cNvPr id="57" name="Accolade fermante 56">
            <a:extLst>
              <a:ext uri="{FF2B5EF4-FFF2-40B4-BE49-F238E27FC236}">
                <a16:creationId xmlns:a16="http://schemas.microsoft.com/office/drawing/2014/main" id="{86F43DE4-17C7-C892-2B09-EB6713FB4C9C}"/>
              </a:ext>
            </a:extLst>
          </p:cNvPr>
          <p:cNvSpPr/>
          <p:nvPr/>
        </p:nvSpPr>
        <p:spPr>
          <a:xfrm>
            <a:off x="2727725" y="2948810"/>
            <a:ext cx="159819" cy="329340"/>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8" name="ZoneTexte 57">
                <a:extLst>
                  <a:ext uri="{FF2B5EF4-FFF2-40B4-BE49-F238E27FC236}">
                    <a16:creationId xmlns:a16="http://schemas.microsoft.com/office/drawing/2014/main" id="{EF72BC61-F1BE-CDD9-7FA5-4CF3E3250F46}"/>
                  </a:ext>
                </a:extLst>
              </p:cNvPr>
              <p:cNvSpPr txBox="1"/>
              <p:nvPr/>
            </p:nvSpPr>
            <p:spPr>
              <a:xfrm>
                <a:off x="3030179" y="2990115"/>
                <a:ext cx="1024785" cy="22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58" name="ZoneTexte 57">
                <a:extLst>
                  <a:ext uri="{FF2B5EF4-FFF2-40B4-BE49-F238E27FC236}">
                    <a16:creationId xmlns:a16="http://schemas.microsoft.com/office/drawing/2014/main" id="{5C387F04-AE65-F2AC-33CF-8086F5337F81}"/>
                  </a:ext>
                </a:extLst>
              </p:cNvPr>
              <p:cNvSpPr txBox="1">
                <a:spLocks noRot="1" noChangeAspect="1" noMove="1" noResize="1" noEditPoints="1" noAdjustHandles="1" noChangeArrowheads="1" noChangeShapeType="1" noTextEdit="1"/>
              </p:cNvSpPr>
              <p:nvPr/>
            </p:nvSpPr>
            <p:spPr>
              <a:xfrm>
                <a:off x="3030179" y="2990115"/>
                <a:ext cx="1024785" cy="227971"/>
              </a:xfrm>
              <a:prstGeom prst="rect">
                <a:avLst/>
              </a:prstGeom>
              <a:blipFill>
                <a:blip r:embed="rId17"/>
                <a:stretch>
                  <a:fillRect l="-6098" r="-20732" b="-63158"/>
                </a:stretch>
              </a:blipFill>
            </p:spPr>
            <p:txBody>
              <a:bodyPr/>
              <a:lstStyle/>
              <a:p>
                <a:r>
                  <a:rPr lang="en-GB">
                    <a:noFill/>
                  </a:rPr>
                  <a:t> </a:t>
                </a:r>
              </a:p>
            </p:txBody>
          </p:sp>
        </mc:Fallback>
      </mc:AlternateContent>
      <p:cxnSp>
        <p:nvCxnSpPr>
          <p:cNvPr id="63" name="Connecteur en angle 62">
            <a:extLst>
              <a:ext uri="{FF2B5EF4-FFF2-40B4-BE49-F238E27FC236}">
                <a16:creationId xmlns:a16="http://schemas.microsoft.com/office/drawing/2014/main" id="{80E0FD32-A3CE-F41F-705F-D78B27E4EDA8}"/>
              </a:ext>
            </a:extLst>
          </p:cNvPr>
          <p:cNvCxnSpPr>
            <a:cxnSpLocks/>
            <a:stCxn id="92" idx="0"/>
            <a:endCxn id="35" idx="3"/>
          </p:cNvCxnSpPr>
          <p:nvPr/>
        </p:nvCxnSpPr>
        <p:spPr>
          <a:xfrm rot="16200000" flipV="1">
            <a:off x="2614056" y="4665339"/>
            <a:ext cx="399081" cy="325584"/>
          </a:xfrm>
          <a:prstGeom prst="bentConnector2">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4" name="Connecteur en angle 63">
            <a:extLst>
              <a:ext uri="{FF2B5EF4-FFF2-40B4-BE49-F238E27FC236}">
                <a16:creationId xmlns:a16="http://schemas.microsoft.com/office/drawing/2014/main" id="{17D29074-35F6-F15F-9132-6FBEF62ECD46}"/>
              </a:ext>
            </a:extLst>
          </p:cNvPr>
          <p:cNvCxnSpPr>
            <a:cxnSpLocks/>
            <a:stCxn id="92" idx="0"/>
          </p:cNvCxnSpPr>
          <p:nvPr/>
        </p:nvCxnSpPr>
        <p:spPr>
          <a:xfrm rot="16200000" flipV="1">
            <a:off x="2254550" y="4305833"/>
            <a:ext cx="682655" cy="761022"/>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5" name="Connecteur en angle 64">
            <a:extLst>
              <a:ext uri="{FF2B5EF4-FFF2-40B4-BE49-F238E27FC236}">
                <a16:creationId xmlns:a16="http://schemas.microsoft.com/office/drawing/2014/main" id="{1757D18D-2466-6FF2-8BB3-048AA9ECAFE3}"/>
              </a:ext>
            </a:extLst>
          </p:cNvPr>
          <p:cNvCxnSpPr>
            <a:cxnSpLocks/>
            <a:stCxn id="92" idx="0"/>
          </p:cNvCxnSpPr>
          <p:nvPr/>
        </p:nvCxnSpPr>
        <p:spPr>
          <a:xfrm rot="16200000" flipV="1">
            <a:off x="1889706" y="3940989"/>
            <a:ext cx="948601" cy="1224764"/>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6" name="Connecteur en angle 65">
            <a:extLst>
              <a:ext uri="{FF2B5EF4-FFF2-40B4-BE49-F238E27FC236}">
                <a16:creationId xmlns:a16="http://schemas.microsoft.com/office/drawing/2014/main" id="{A89DE566-3247-53C9-7EDA-BC0F6B59C16C}"/>
              </a:ext>
            </a:extLst>
          </p:cNvPr>
          <p:cNvCxnSpPr>
            <a:cxnSpLocks/>
            <a:stCxn id="92" idx="0"/>
          </p:cNvCxnSpPr>
          <p:nvPr/>
        </p:nvCxnSpPr>
        <p:spPr>
          <a:xfrm rot="16200000" flipV="1">
            <a:off x="1587445" y="3638728"/>
            <a:ext cx="1127520" cy="1650366"/>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99EA9728-543A-4F86-E7FB-EA3AA92DAEED}"/>
                  </a:ext>
                </a:extLst>
              </p:cNvPr>
              <p:cNvSpPr txBox="1"/>
              <p:nvPr/>
            </p:nvSpPr>
            <p:spPr>
              <a:xfrm>
                <a:off x="2671301" y="5311245"/>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67" name="ZoneTexte 66">
                <a:extLst>
                  <a:ext uri="{FF2B5EF4-FFF2-40B4-BE49-F238E27FC236}">
                    <a16:creationId xmlns:a16="http://schemas.microsoft.com/office/drawing/2014/main" id="{20AE742E-D8D4-021B-147B-BD6AAAC6E83E}"/>
                  </a:ext>
                </a:extLst>
              </p:cNvPr>
              <p:cNvSpPr txBox="1">
                <a:spLocks noRot="1" noChangeAspect="1" noMove="1" noResize="1" noEditPoints="1" noAdjustHandles="1" noChangeArrowheads="1" noChangeShapeType="1" noTextEdit="1"/>
              </p:cNvSpPr>
              <p:nvPr/>
            </p:nvSpPr>
            <p:spPr>
              <a:xfrm>
                <a:off x="2671301" y="5311245"/>
                <a:ext cx="161871" cy="215444"/>
              </a:xfrm>
              <a:prstGeom prst="rect">
                <a:avLst/>
              </a:prstGeom>
              <a:blipFill>
                <a:blip r:embed="rId18"/>
                <a:stretch>
                  <a:fillRect l="-28571"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9CBF6167-B970-B19C-9C3A-CC9A14D0841C}"/>
                  </a:ext>
                </a:extLst>
              </p:cNvPr>
              <p:cNvSpPr txBox="1"/>
              <p:nvPr/>
            </p:nvSpPr>
            <p:spPr>
              <a:xfrm>
                <a:off x="1992759"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9" name="ZoneTexte 68">
                <a:extLst>
                  <a:ext uri="{FF2B5EF4-FFF2-40B4-BE49-F238E27FC236}">
                    <a16:creationId xmlns:a16="http://schemas.microsoft.com/office/drawing/2014/main" id="{E76FD3E6-CBBC-A708-2C88-5117317A1067}"/>
                  </a:ext>
                </a:extLst>
              </p:cNvPr>
              <p:cNvSpPr txBox="1">
                <a:spLocks noRot="1" noChangeAspect="1" noMove="1" noResize="1" noEditPoints="1" noAdjustHandles="1" noChangeArrowheads="1" noChangeShapeType="1" noTextEdit="1"/>
              </p:cNvSpPr>
              <p:nvPr/>
            </p:nvSpPr>
            <p:spPr>
              <a:xfrm>
                <a:off x="1992759" y="6088516"/>
                <a:ext cx="144914" cy="94481"/>
              </a:xfrm>
              <a:prstGeom prst="rect">
                <a:avLst/>
              </a:prstGeom>
              <a:blipFill>
                <a:blip r:embed="rId19"/>
                <a:stretch>
                  <a:fillRect b="-12500"/>
                </a:stretch>
              </a:blipFill>
            </p:spPr>
            <p:txBody>
              <a:bodyPr/>
              <a:lstStyle/>
              <a:p>
                <a:r>
                  <a:rPr lang="en-GB">
                    <a:noFill/>
                  </a:rPr>
                  <a:t> </a:t>
                </a:r>
              </a:p>
            </p:txBody>
          </p:sp>
        </mc:Fallback>
      </mc:AlternateContent>
      <p:sp>
        <p:nvSpPr>
          <p:cNvPr id="70" name="Rectangle : coins arrondis 69">
            <a:extLst>
              <a:ext uri="{FF2B5EF4-FFF2-40B4-BE49-F238E27FC236}">
                <a16:creationId xmlns:a16="http://schemas.microsoft.com/office/drawing/2014/main" id="{622186AC-CCCE-0FC8-BAB3-434EA79C030F}"/>
              </a:ext>
            </a:extLst>
          </p:cNvPr>
          <p:cNvSpPr/>
          <p:nvPr/>
        </p:nvSpPr>
        <p:spPr>
          <a:xfrm>
            <a:off x="1968538" y="5581481"/>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1" name="Connecteur droit avec flèche 70">
            <a:extLst>
              <a:ext uri="{FF2B5EF4-FFF2-40B4-BE49-F238E27FC236}">
                <a16:creationId xmlns:a16="http://schemas.microsoft.com/office/drawing/2014/main" id="{0DE1C499-4D7A-EC18-2AAF-AB6F1BF5CDF3}"/>
              </a:ext>
            </a:extLst>
          </p:cNvPr>
          <p:cNvCxnSpPr>
            <a:cxnSpLocks/>
            <a:stCxn id="69" idx="0"/>
            <a:endCxn id="70" idx="2"/>
          </p:cNvCxnSpPr>
          <p:nvPr/>
        </p:nvCxnSpPr>
        <p:spPr>
          <a:xfrm flipH="1" flipV="1">
            <a:off x="2063866" y="5926975"/>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67B36958-B24C-1AEA-DC94-69376AEFA629}"/>
                  </a:ext>
                </a:extLst>
              </p:cNvPr>
              <p:cNvSpPr txBox="1"/>
              <p:nvPr/>
            </p:nvSpPr>
            <p:spPr>
              <a:xfrm>
                <a:off x="2427455"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72" name="ZoneTexte 71">
                <a:extLst>
                  <a:ext uri="{FF2B5EF4-FFF2-40B4-BE49-F238E27FC236}">
                    <a16:creationId xmlns:a16="http://schemas.microsoft.com/office/drawing/2014/main" id="{D94D0016-9831-6DA0-D6A3-A11F6591824B}"/>
                  </a:ext>
                </a:extLst>
              </p:cNvPr>
              <p:cNvSpPr txBox="1">
                <a:spLocks noRot="1" noChangeAspect="1" noMove="1" noResize="1" noEditPoints="1" noAdjustHandles="1" noChangeArrowheads="1" noChangeShapeType="1" noTextEdit="1"/>
              </p:cNvSpPr>
              <p:nvPr/>
            </p:nvSpPr>
            <p:spPr>
              <a:xfrm>
                <a:off x="2427455" y="6088516"/>
                <a:ext cx="144914" cy="94481"/>
              </a:xfrm>
              <a:prstGeom prst="rect">
                <a:avLst/>
              </a:prstGeom>
              <a:blipFill>
                <a:blip r:embed="rId20"/>
                <a:stretch>
                  <a:fillRect l="-16667" r="-33333" b="-12500"/>
                </a:stretch>
              </a:blipFill>
            </p:spPr>
            <p:txBody>
              <a:bodyPr/>
              <a:lstStyle/>
              <a:p>
                <a:r>
                  <a:rPr lang="en-GB">
                    <a:noFill/>
                  </a:rPr>
                  <a:t> </a:t>
                </a:r>
              </a:p>
            </p:txBody>
          </p:sp>
        </mc:Fallback>
      </mc:AlternateContent>
      <p:sp>
        <p:nvSpPr>
          <p:cNvPr id="73" name="Rectangle : coins arrondis 72">
            <a:extLst>
              <a:ext uri="{FF2B5EF4-FFF2-40B4-BE49-F238E27FC236}">
                <a16:creationId xmlns:a16="http://schemas.microsoft.com/office/drawing/2014/main" id="{84D5D946-EC5B-0A44-79E2-845BB4D9CCAF}"/>
              </a:ext>
            </a:extLst>
          </p:cNvPr>
          <p:cNvSpPr/>
          <p:nvPr/>
        </p:nvSpPr>
        <p:spPr>
          <a:xfrm>
            <a:off x="2403233" y="5584245"/>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4" name="Connecteur droit avec flèche 73">
            <a:extLst>
              <a:ext uri="{FF2B5EF4-FFF2-40B4-BE49-F238E27FC236}">
                <a16:creationId xmlns:a16="http://schemas.microsoft.com/office/drawing/2014/main" id="{3D92CBA2-4976-D400-8E5F-091AE61C3120}"/>
              </a:ext>
            </a:extLst>
          </p:cNvPr>
          <p:cNvCxnSpPr>
            <a:cxnSpLocks/>
            <a:stCxn id="72" idx="0"/>
            <a:endCxn id="73" idx="2"/>
          </p:cNvCxnSpPr>
          <p:nvPr/>
        </p:nvCxnSpPr>
        <p:spPr>
          <a:xfrm flipH="1" flipV="1">
            <a:off x="2498561" y="5929738"/>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75" name="Connecteur droit avec flèche 74">
            <a:extLst>
              <a:ext uri="{FF2B5EF4-FFF2-40B4-BE49-F238E27FC236}">
                <a16:creationId xmlns:a16="http://schemas.microsoft.com/office/drawing/2014/main" id="{833F97FD-89E0-24E7-9836-98FF281E52E1}"/>
              </a:ext>
            </a:extLst>
          </p:cNvPr>
          <p:cNvCxnSpPr>
            <a:cxnSpLocks/>
          </p:cNvCxnSpPr>
          <p:nvPr/>
        </p:nvCxnSpPr>
        <p:spPr>
          <a:xfrm>
            <a:off x="2159192" y="5789491"/>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76" name="Rectangle : coins arrondis 75">
            <a:extLst>
              <a:ext uri="{FF2B5EF4-FFF2-40B4-BE49-F238E27FC236}">
                <a16:creationId xmlns:a16="http://schemas.microsoft.com/office/drawing/2014/main" id="{E16D8336-8C48-99CC-827E-281CFE70602B}"/>
              </a:ext>
            </a:extLst>
          </p:cNvPr>
          <p:cNvSpPr/>
          <p:nvPr/>
        </p:nvSpPr>
        <p:spPr>
          <a:xfrm>
            <a:off x="1095396" y="5577956"/>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77" name="Rectangle : coins arrondis 76">
            <a:extLst>
              <a:ext uri="{FF2B5EF4-FFF2-40B4-BE49-F238E27FC236}">
                <a16:creationId xmlns:a16="http://schemas.microsoft.com/office/drawing/2014/main" id="{C4E71C8F-74B7-4CF7-9DF3-1E34CCDEBE30}"/>
              </a:ext>
            </a:extLst>
          </p:cNvPr>
          <p:cNvSpPr/>
          <p:nvPr/>
        </p:nvSpPr>
        <p:spPr>
          <a:xfrm>
            <a:off x="1530091" y="5580719"/>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8" name="Connecteur droit avec flèche 77">
            <a:extLst>
              <a:ext uri="{FF2B5EF4-FFF2-40B4-BE49-F238E27FC236}">
                <a16:creationId xmlns:a16="http://schemas.microsoft.com/office/drawing/2014/main" id="{F1168B02-555A-5E71-DD69-9BFFCFE9C3F2}"/>
              </a:ext>
            </a:extLst>
          </p:cNvPr>
          <p:cNvCxnSpPr>
            <a:cxnSpLocks/>
          </p:cNvCxnSpPr>
          <p:nvPr/>
        </p:nvCxnSpPr>
        <p:spPr>
          <a:xfrm>
            <a:off x="1286052" y="5785966"/>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79" name="Connecteur droit avec flèche 78">
            <a:extLst>
              <a:ext uri="{FF2B5EF4-FFF2-40B4-BE49-F238E27FC236}">
                <a16:creationId xmlns:a16="http://schemas.microsoft.com/office/drawing/2014/main" id="{88F4E566-C76B-6DF9-8BDF-12618B13515D}"/>
              </a:ext>
            </a:extLst>
          </p:cNvPr>
          <p:cNvCxnSpPr>
            <a:cxnSpLocks/>
          </p:cNvCxnSpPr>
          <p:nvPr/>
        </p:nvCxnSpPr>
        <p:spPr>
          <a:xfrm flipV="1">
            <a:off x="1720747" y="5789492"/>
            <a:ext cx="247791" cy="4766"/>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5BDD5F8E-9F9D-FADA-F2DA-9E42E08593C0}"/>
                  </a:ext>
                </a:extLst>
              </p:cNvPr>
              <p:cNvSpPr txBox="1"/>
              <p:nvPr/>
            </p:nvSpPr>
            <p:spPr>
              <a:xfrm>
                <a:off x="1118268"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80" name="ZoneTexte 79">
                <a:extLst>
                  <a:ext uri="{FF2B5EF4-FFF2-40B4-BE49-F238E27FC236}">
                    <a16:creationId xmlns:a16="http://schemas.microsoft.com/office/drawing/2014/main" id="{AACD3D9A-CDDA-8D87-521B-23C50C49E57B}"/>
                  </a:ext>
                </a:extLst>
              </p:cNvPr>
              <p:cNvSpPr txBox="1">
                <a:spLocks noRot="1" noChangeAspect="1" noMove="1" noResize="1" noEditPoints="1" noAdjustHandles="1" noChangeArrowheads="1" noChangeShapeType="1" noTextEdit="1"/>
              </p:cNvSpPr>
              <p:nvPr/>
            </p:nvSpPr>
            <p:spPr>
              <a:xfrm>
                <a:off x="1118268" y="6088516"/>
                <a:ext cx="144914" cy="94481"/>
              </a:xfrm>
              <a:prstGeom prst="rect">
                <a:avLst/>
              </a:prstGeom>
              <a:blipFill>
                <a:blip r:embed="rId21"/>
                <a:stretch>
                  <a:fillRect l="-7692" r="-7692"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6F2530C1-23E2-B9CE-5C25-D2C57EEE6546}"/>
                  </a:ext>
                </a:extLst>
              </p:cNvPr>
              <p:cNvSpPr txBox="1"/>
              <p:nvPr/>
            </p:nvSpPr>
            <p:spPr>
              <a:xfrm>
                <a:off x="1545608"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81" name="ZoneTexte 80">
                <a:extLst>
                  <a:ext uri="{FF2B5EF4-FFF2-40B4-BE49-F238E27FC236}">
                    <a16:creationId xmlns:a16="http://schemas.microsoft.com/office/drawing/2014/main" id="{23484B7B-CFD8-0575-9EEA-A5F2BCAE08C8}"/>
                  </a:ext>
                </a:extLst>
              </p:cNvPr>
              <p:cNvSpPr txBox="1">
                <a:spLocks noRot="1" noChangeAspect="1" noMove="1" noResize="1" noEditPoints="1" noAdjustHandles="1" noChangeArrowheads="1" noChangeShapeType="1" noTextEdit="1"/>
              </p:cNvSpPr>
              <p:nvPr/>
            </p:nvSpPr>
            <p:spPr>
              <a:xfrm>
                <a:off x="1545608" y="6088516"/>
                <a:ext cx="144914" cy="94481"/>
              </a:xfrm>
              <a:prstGeom prst="rect">
                <a:avLst/>
              </a:prstGeom>
              <a:blipFill>
                <a:blip r:embed="rId22"/>
                <a:stretch>
                  <a:fillRect l="-16667" r="-100000" b="-37500"/>
                </a:stretch>
              </a:blipFill>
            </p:spPr>
            <p:txBody>
              <a:bodyPr/>
              <a:lstStyle/>
              <a:p>
                <a:r>
                  <a:rPr lang="en-GB">
                    <a:noFill/>
                  </a:rPr>
                  <a:t> </a:t>
                </a:r>
              </a:p>
            </p:txBody>
          </p:sp>
        </mc:Fallback>
      </mc:AlternateContent>
      <p:cxnSp>
        <p:nvCxnSpPr>
          <p:cNvPr id="82" name="Connecteur droit avec flèche 81">
            <a:extLst>
              <a:ext uri="{FF2B5EF4-FFF2-40B4-BE49-F238E27FC236}">
                <a16:creationId xmlns:a16="http://schemas.microsoft.com/office/drawing/2014/main" id="{A0B67906-C00B-0C9C-EE18-736BA77F80C4}"/>
              </a:ext>
            </a:extLst>
          </p:cNvPr>
          <p:cNvCxnSpPr>
            <a:cxnSpLocks/>
          </p:cNvCxnSpPr>
          <p:nvPr/>
        </p:nvCxnSpPr>
        <p:spPr>
          <a:xfrm flipH="1" flipV="1">
            <a:off x="1621094" y="5929738"/>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83" name="Connecteur droit avec flèche 82">
            <a:extLst>
              <a:ext uri="{FF2B5EF4-FFF2-40B4-BE49-F238E27FC236}">
                <a16:creationId xmlns:a16="http://schemas.microsoft.com/office/drawing/2014/main" id="{8F3E0A8A-A6C5-F978-27A6-0D40010F12F7}"/>
              </a:ext>
            </a:extLst>
          </p:cNvPr>
          <p:cNvCxnSpPr>
            <a:cxnSpLocks/>
          </p:cNvCxnSpPr>
          <p:nvPr/>
        </p:nvCxnSpPr>
        <p:spPr>
          <a:xfrm flipH="1" flipV="1">
            <a:off x="1189373" y="5935452"/>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20F3292B-8991-0F59-2625-9A8CD4E4DF0C}"/>
              </a:ext>
            </a:extLst>
          </p:cNvPr>
          <p:cNvCxnSpPr>
            <a:cxnSpLocks/>
          </p:cNvCxnSpPr>
          <p:nvPr/>
        </p:nvCxnSpPr>
        <p:spPr>
          <a:xfrm>
            <a:off x="2160763" y="5720433"/>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85" name="Connecteur droit avec flèche 84">
            <a:extLst>
              <a:ext uri="{FF2B5EF4-FFF2-40B4-BE49-F238E27FC236}">
                <a16:creationId xmlns:a16="http://schemas.microsoft.com/office/drawing/2014/main" id="{F394CB5A-E9E6-3BFA-74F5-EA893D3A0D48}"/>
              </a:ext>
            </a:extLst>
          </p:cNvPr>
          <p:cNvCxnSpPr>
            <a:cxnSpLocks/>
          </p:cNvCxnSpPr>
          <p:nvPr/>
        </p:nvCxnSpPr>
        <p:spPr>
          <a:xfrm>
            <a:off x="1287623" y="5716909"/>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86" name="Connecteur droit avec flèche 85">
            <a:extLst>
              <a:ext uri="{FF2B5EF4-FFF2-40B4-BE49-F238E27FC236}">
                <a16:creationId xmlns:a16="http://schemas.microsoft.com/office/drawing/2014/main" id="{AF95F18A-216C-A160-5087-92A6C76C4A1E}"/>
              </a:ext>
            </a:extLst>
          </p:cNvPr>
          <p:cNvCxnSpPr>
            <a:cxnSpLocks/>
          </p:cNvCxnSpPr>
          <p:nvPr/>
        </p:nvCxnSpPr>
        <p:spPr>
          <a:xfrm flipV="1">
            <a:off x="1722318" y="5720434"/>
            <a:ext cx="247791" cy="4766"/>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sp>
        <p:nvSpPr>
          <p:cNvPr id="92" name="Rectangle : coins arrondis 91">
            <a:extLst>
              <a:ext uri="{FF2B5EF4-FFF2-40B4-BE49-F238E27FC236}">
                <a16:creationId xmlns:a16="http://schemas.microsoft.com/office/drawing/2014/main" id="{53B7DE14-6E67-09CF-4D70-7511DBFCBAFD}"/>
              </a:ext>
            </a:extLst>
          </p:cNvPr>
          <p:cNvSpPr/>
          <p:nvPr/>
        </p:nvSpPr>
        <p:spPr>
          <a:xfrm>
            <a:off x="2881060" y="5027671"/>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93" name="Connecteur droit avec flèche 92">
            <a:extLst>
              <a:ext uri="{FF2B5EF4-FFF2-40B4-BE49-F238E27FC236}">
                <a16:creationId xmlns:a16="http://schemas.microsoft.com/office/drawing/2014/main" id="{D3AA2C3E-AA84-8622-699F-B3885565CE05}"/>
              </a:ext>
            </a:extLst>
          </p:cNvPr>
          <p:cNvCxnSpPr>
            <a:cxnSpLocks/>
            <a:endCxn id="92" idx="2"/>
          </p:cNvCxnSpPr>
          <p:nvPr/>
        </p:nvCxnSpPr>
        <p:spPr>
          <a:xfrm flipH="1" flipV="1">
            <a:off x="2976388" y="5373164"/>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94" name="Connecteur droit avec flèche 93">
            <a:extLst>
              <a:ext uri="{FF2B5EF4-FFF2-40B4-BE49-F238E27FC236}">
                <a16:creationId xmlns:a16="http://schemas.microsoft.com/office/drawing/2014/main" id="{2A78A810-44FA-E45C-014C-F11BF64E252A}"/>
              </a:ext>
            </a:extLst>
          </p:cNvPr>
          <p:cNvCxnSpPr>
            <a:cxnSpLocks/>
          </p:cNvCxnSpPr>
          <p:nvPr/>
        </p:nvCxnSpPr>
        <p:spPr>
          <a:xfrm>
            <a:off x="2614533" y="5232917"/>
            <a:ext cx="252000" cy="2764"/>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Connecteur droit avec flèche 94">
            <a:extLst>
              <a:ext uri="{FF2B5EF4-FFF2-40B4-BE49-F238E27FC236}">
                <a16:creationId xmlns:a16="http://schemas.microsoft.com/office/drawing/2014/main" id="{75249775-A88A-4BD3-9CED-8A4ECCF48CC4}"/>
              </a:ext>
            </a:extLst>
          </p:cNvPr>
          <p:cNvCxnSpPr>
            <a:cxnSpLocks/>
          </p:cNvCxnSpPr>
          <p:nvPr/>
        </p:nvCxnSpPr>
        <p:spPr>
          <a:xfrm>
            <a:off x="2623599" y="5163859"/>
            <a:ext cx="252000" cy="2764"/>
          </a:xfrm>
          <a:prstGeom prst="straightConnector1">
            <a:avLst/>
          </a:prstGeom>
          <a:noFill/>
          <a:ln w="9525">
            <a:solidFill>
              <a:schemeClr val="accent2"/>
            </a:solidFill>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7" name="ZoneTexte 96">
                <a:extLst>
                  <a:ext uri="{FF2B5EF4-FFF2-40B4-BE49-F238E27FC236}">
                    <a16:creationId xmlns:a16="http://schemas.microsoft.com/office/drawing/2014/main" id="{2F75F846-D175-5574-2B70-E059FA9DBC8F}"/>
                  </a:ext>
                </a:extLst>
              </p:cNvPr>
              <p:cNvSpPr txBox="1"/>
              <p:nvPr/>
            </p:nvSpPr>
            <p:spPr>
              <a:xfrm>
                <a:off x="2758569" y="6068798"/>
                <a:ext cx="436500" cy="1077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700" b="1" i="1" smtClean="0">
                          <a:latin typeface="Cambria Math" panose="02040503050406030204" pitchFamily="18" charset="0"/>
                        </a:rPr>
                        <m:t>&lt;</m:t>
                      </m:r>
                      <m:r>
                        <a:rPr lang="fr-FR" sz="700" b="1" i="1" smtClean="0">
                          <a:latin typeface="Cambria Math" panose="02040503050406030204" pitchFamily="18" charset="0"/>
                        </a:rPr>
                        <m:t>𝒔𝒕𝒂𝒓𝒕</m:t>
                      </m:r>
                      <m:r>
                        <a:rPr lang="fr-FR" sz="700" b="1" i="1" smtClean="0">
                          <a:latin typeface="Cambria Math" panose="02040503050406030204" pitchFamily="18" charset="0"/>
                        </a:rPr>
                        <m:t>&gt;</m:t>
                      </m:r>
                    </m:oMath>
                  </m:oMathPara>
                </a14:m>
                <a:endParaRPr lang="en-GB" sz="700" b="1" dirty="0"/>
              </a:p>
            </p:txBody>
          </p:sp>
        </mc:Choice>
        <mc:Fallback xmlns="">
          <p:sp>
            <p:nvSpPr>
              <p:cNvPr id="97" name="ZoneTexte 96">
                <a:extLst>
                  <a:ext uri="{FF2B5EF4-FFF2-40B4-BE49-F238E27FC236}">
                    <a16:creationId xmlns:a16="http://schemas.microsoft.com/office/drawing/2014/main" id="{14147069-AA32-7FA2-B4BE-B4834400CCCF}"/>
                  </a:ext>
                </a:extLst>
              </p:cNvPr>
              <p:cNvSpPr txBox="1">
                <a:spLocks noRot="1" noChangeAspect="1" noMove="1" noResize="1" noEditPoints="1" noAdjustHandles="1" noChangeArrowheads="1" noChangeShapeType="1" noTextEdit="1"/>
              </p:cNvSpPr>
              <p:nvPr/>
            </p:nvSpPr>
            <p:spPr>
              <a:xfrm>
                <a:off x="2758569" y="6068798"/>
                <a:ext cx="436500" cy="107722"/>
              </a:xfrm>
              <a:prstGeom prst="rect">
                <a:avLst/>
              </a:prstGeom>
              <a:blipFill>
                <a:blip r:embed="rId23"/>
                <a:stretch>
                  <a:fillRect l="-2857" r="-2857" b="-11111"/>
                </a:stretch>
              </a:blipFill>
            </p:spPr>
            <p:txBody>
              <a:bodyPr/>
              <a:lstStyle/>
              <a:p>
                <a:r>
                  <a:rPr lang="en-GB">
                    <a:noFill/>
                  </a:rPr>
                  <a:t> </a:t>
                </a:r>
              </a:p>
            </p:txBody>
          </p:sp>
        </mc:Fallback>
      </mc:AlternateContent>
      <p:sp>
        <p:nvSpPr>
          <p:cNvPr id="98" name="Rectangle : coins arrondis 97">
            <a:extLst>
              <a:ext uri="{FF2B5EF4-FFF2-40B4-BE49-F238E27FC236}">
                <a16:creationId xmlns:a16="http://schemas.microsoft.com/office/drawing/2014/main" id="{B7D40178-C0D7-3397-53B4-E60D3913FD9E}"/>
              </a:ext>
            </a:extLst>
          </p:cNvPr>
          <p:cNvSpPr/>
          <p:nvPr/>
        </p:nvSpPr>
        <p:spPr>
          <a:xfrm>
            <a:off x="2884247" y="5550902"/>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99" name="Connecteur droit avec flèche 98">
            <a:extLst>
              <a:ext uri="{FF2B5EF4-FFF2-40B4-BE49-F238E27FC236}">
                <a16:creationId xmlns:a16="http://schemas.microsoft.com/office/drawing/2014/main" id="{834F7D53-9543-E195-8B3B-A8C7A1A8AAF0}"/>
              </a:ext>
            </a:extLst>
          </p:cNvPr>
          <p:cNvCxnSpPr>
            <a:cxnSpLocks/>
            <a:stCxn id="97" idx="0"/>
            <a:endCxn id="98" idx="2"/>
          </p:cNvCxnSpPr>
          <p:nvPr/>
        </p:nvCxnSpPr>
        <p:spPr>
          <a:xfrm flipV="1">
            <a:off x="2976819" y="5896396"/>
            <a:ext cx="2756" cy="172402"/>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00" name="Connecteur droit avec flèche 99">
            <a:extLst>
              <a:ext uri="{FF2B5EF4-FFF2-40B4-BE49-F238E27FC236}">
                <a16:creationId xmlns:a16="http://schemas.microsoft.com/office/drawing/2014/main" id="{35DDE835-6580-2465-9B76-E5E1779A4552}"/>
              </a:ext>
            </a:extLst>
          </p:cNvPr>
          <p:cNvCxnSpPr>
            <a:cxnSpLocks/>
          </p:cNvCxnSpPr>
          <p:nvPr/>
        </p:nvCxnSpPr>
        <p:spPr>
          <a:xfrm>
            <a:off x="2617720" y="5756148"/>
            <a:ext cx="252000" cy="2764"/>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Connecteur droit avec flèche 100">
            <a:extLst>
              <a:ext uri="{FF2B5EF4-FFF2-40B4-BE49-F238E27FC236}">
                <a16:creationId xmlns:a16="http://schemas.microsoft.com/office/drawing/2014/main" id="{763FE5BB-C941-92A5-F157-2F9F87C00414}"/>
              </a:ext>
            </a:extLst>
          </p:cNvPr>
          <p:cNvCxnSpPr>
            <a:cxnSpLocks/>
          </p:cNvCxnSpPr>
          <p:nvPr/>
        </p:nvCxnSpPr>
        <p:spPr>
          <a:xfrm>
            <a:off x="2626786" y="5687090"/>
            <a:ext cx="252000" cy="2764"/>
          </a:xfrm>
          <a:prstGeom prst="straightConnector1">
            <a:avLst/>
          </a:prstGeom>
          <a:noFill/>
          <a:ln w="9525">
            <a:solidFill>
              <a:schemeClr val="accent2"/>
            </a:solidFill>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8" name="ZoneTexte 107">
                <a:extLst>
                  <a:ext uri="{FF2B5EF4-FFF2-40B4-BE49-F238E27FC236}">
                    <a16:creationId xmlns:a16="http://schemas.microsoft.com/office/drawing/2014/main" id="{56ADF57F-D25F-DA94-F030-AD2C0D5BCC7D}"/>
                  </a:ext>
                </a:extLst>
              </p:cNvPr>
              <p:cNvSpPr txBox="1"/>
              <p:nvPr/>
            </p:nvSpPr>
            <p:spPr>
              <a:xfrm>
                <a:off x="2651725" y="5843113"/>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108" name="ZoneTexte 107">
                <a:extLst>
                  <a:ext uri="{FF2B5EF4-FFF2-40B4-BE49-F238E27FC236}">
                    <a16:creationId xmlns:a16="http://schemas.microsoft.com/office/drawing/2014/main" id="{58FD4DA8-7EAD-4A66-C238-A49EADE23ED1}"/>
                  </a:ext>
                </a:extLst>
              </p:cNvPr>
              <p:cNvSpPr txBox="1">
                <a:spLocks noRot="1" noChangeAspect="1" noMove="1" noResize="1" noEditPoints="1" noAdjustHandles="1" noChangeArrowheads="1" noChangeShapeType="1" noTextEdit="1"/>
              </p:cNvSpPr>
              <p:nvPr/>
            </p:nvSpPr>
            <p:spPr>
              <a:xfrm>
                <a:off x="2651725" y="5843113"/>
                <a:ext cx="161871" cy="215444"/>
              </a:xfrm>
              <a:prstGeom prst="rect">
                <a:avLst/>
              </a:prstGeom>
              <a:blipFill>
                <a:blip r:embed="rId24"/>
                <a:stretch>
                  <a:fillRect l="-28571" r="-21429" b="-11111"/>
                </a:stretch>
              </a:blipFill>
            </p:spPr>
            <p:txBody>
              <a:bodyPr/>
              <a:lstStyle/>
              <a:p>
                <a:r>
                  <a:rPr lang="en-GB">
                    <a:noFill/>
                  </a:rPr>
                  <a:t> </a:t>
                </a:r>
              </a:p>
            </p:txBody>
          </p:sp>
        </mc:Fallback>
      </mc:AlternateContent>
      <p:sp>
        <p:nvSpPr>
          <p:cNvPr id="109" name="Rectangle : coins arrondis 108">
            <a:extLst>
              <a:ext uri="{FF2B5EF4-FFF2-40B4-BE49-F238E27FC236}">
                <a16:creationId xmlns:a16="http://schemas.microsoft.com/office/drawing/2014/main" id="{8E273E05-1913-7241-1B61-4EDEC9E208A7}"/>
              </a:ext>
            </a:extLst>
          </p:cNvPr>
          <p:cNvSpPr/>
          <p:nvPr/>
        </p:nvSpPr>
        <p:spPr>
          <a:xfrm>
            <a:off x="4013976" y="5026039"/>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0" name="Connecteur droit avec flèche 109">
            <a:extLst>
              <a:ext uri="{FF2B5EF4-FFF2-40B4-BE49-F238E27FC236}">
                <a16:creationId xmlns:a16="http://schemas.microsoft.com/office/drawing/2014/main" id="{3AAA193B-8636-1DEB-9A20-7DFD84E90CF1}"/>
              </a:ext>
            </a:extLst>
          </p:cNvPr>
          <p:cNvCxnSpPr>
            <a:cxnSpLocks/>
            <a:endCxn id="109" idx="2"/>
          </p:cNvCxnSpPr>
          <p:nvPr/>
        </p:nvCxnSpPr>
        <p:spPr>
          <a:xfrm flipH="1" flipV="1">
            <a:off x="4109304" y="5371532"/>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58861355-465F-7E8C-3788-57891B24B68B}"/>
              </a:ext>
            </a:extLst>
          </p:cNvPr>
          <p:cNvCxnSpPr>
            <a:cxnSpLocks/>
          </p:cNvCxnSpPr>
          <p:nvPr/>
        </p:nvCxnSpPr>
        <p:spPr>
          <a:xfrm>
            <a:off x="3102879" y="5231285"/>
            <a:ext cx="900000"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7294311A-9328-1989-C1F1-11C1B43BCD86}"/>
              </a:ext>
            </a:extLst>
          </p:cNvPr>
          <p:cNvCxnSpPr>
            <a:cxnSpLocks/>
          </p:cNvCxnSpPr>
          <p:nvPr/>
        </p:nvCxnSpPr>
        <p:spPr>
          <a:xfrm>
            <a:off x="3104450" y="5162227"/>
            <a:ext cx="900000"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3" name="ZoneTexte 112">
                <a:extLst>
                  <a:ext uri="{FF2B5EF4-FFF2-40B4-BE49-F238E27FC236}">
                    <a16:creationId xmlns:a16="http://schemas.microsoft.com/office/drawing/2014/main" id="{BC9543AF-2557-46B3-F33B-584164E8858A}"/>
                  </a:ext>
                </a:extLst>
              </p:cNvPr>
              <p:cNvSpPr txBox="1"/>
              <p:nvPr/>
            </p:nvSpPr>
            <p:spPr>
              <a:xfrm>
                <a:off x="4041385" y="6114376"/>
                <a:ext cx="144914" cy="1077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700" b="0" i="1" smtClean="0">
                          <a:latin typeface="Cambria Math" panose="02040503050406030204" pitchFamily="18" charset="0"/>
                        </a:rPr>
                        <m:t>𝑎𝑧</m:t>
                      </m:r>
                    </m:oMath>
                  </m:oMathPara>
                </a14:m>
                <a:endParaRPr lang="en-GB" sz="700" dirty="0"/>
              </a:p>
            </p:txBody>
          </p:sp>
        </mc:Choice>
        <mc:Fallback xmlns="">
          <p:sp>
            <p:nvSpPr>
              <p:cNvPr id="113" name="ZoneTexte 112">
                <a:extLst>
                  <a:ext uri="{FF2B5EF4-FFF2-40B4-BE49-F238E27FC236}">
                    <a16:creationId xmlns:a16="http://schemas.microsoft.com/office/drawing/2014/main" id="{7FA44CED-E924-0041-EC78-D304A4D5C260}"/>
                  </a:ext>
                </a:extLst>
              </p:cNvPr>
              <p:cNvSpPr txBox="1">
                <a:spLocks noRot="1" noChangeAspect="1" noMove="1" noResize="1" noEditPoints="1" noAdjustHandles="1" noChangeArrowheads="1" noChangeShapeType="1" noTextEdit="1"/>
              </p:cNvSpPr>
              <p:nvPr/>
            </p:nvSpPr>
            <p:spPr>
              <a:xfrm>
                <a:off x="4041385" y="6114376"/>
                <a:ext cx="144914" cy="107722"/>
              </a:xfrm>
              <a:prstGeom prst="rect">
                <a:avLst/>
              </a:prstGeom>
              <a:blipFill>
                <a:blip r:embed="rId25"/>
                <a:stretch>
                  <a:fillRect/>
                </a:stretch>
              </a:blipFill>
            </p:spPr>
            <p:txBody>
              <a:bodyPr/>
              <a:lstStyle/>
              <a:p>
                <a:r>
                  <a:rPr lang="en-GB">
                    <a:noFill/>
                  </a:rPr>
                  <a:t> </a:t>
                </a:r>
              </a:p>
            </p:txBody>
          </p:sp>
        </mc:Fallback>
      </mc:AlternateContent>
      <p:sp>
        <p:nvSpPr>
          <p:cNvPr id="114" name="Rectangle : coins arrondis 113">
            <a:extLst>
              <a:ext uri="{FF2B5EF4-FFF2-40B4-BE49-F238E27FC236}">
                <a16:creationId xmlns:a16="http://schemas.microsoft.com/office/drawing/2014/main" id="{5B23576F-17F6-D55D-F7C1-CBF6B874B325}"/>
              </a:ext>
            </a:extLst>
          </p:cNvPr>
          <p:cNvSpPr/>
          <p:nvPr/>
        </p:nvSpPr>
        <p:spPr>
          <a:xfrm>
            <a:off x="4017163" y="5549270"/>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5" name="Connecteur droit avec flèche 114">
            <a:extLst>
              <a:ext uri="{FF2B5EF4-FFF2-40B4-BE49-F238E27FC236}">
                <a16:creationId xmlns:a16="http://schemas.microsoft.com/office/drawing/2014/main" id="{853B7C17-AD32-327B-E5CE-EF32EE67D2A5}"/>
              </a:ext>
            </a:extLst>
          </p:cNvPr>
          <p:cNvCxnSpPr>
            <a:cxnSpLocks/>
            <a:stCxn id="113" idx="0"/>
            <a:endCxn id="114" idx="2"/>
          </p:cNvCxnSpPr>
          <p:nvPr/>
        </p:nvCxnSpPr>
        <p:spPr>
          <a:xfrm flipH="1" flipV="1">
            <a:off x="4112491" y="5894764"/>
            <a:ext cx="1351" cy="219612"/>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5EE5266D-EEE4-D727-5C91-17E7D1FA6E98}"/>
              </a:ext>
            </a:extLst>
          </p:cNvPr>
          <p:cNvCxnSpPr>
            <a:cxnSpLocks/>
          </p:cNvCxnSpPr>
          <p:nvPr/>
        </p:nvCxnSpPr>
        <p:spPr>
          <a:xfrm>
            <a:off x="3106066" y="5754516"/>
            <a:ext cx="900000"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AB856C57-E930-B875-16E2-B21D37CAE641}"/>
              </a:ext>
            </a:extLst>
          </p:cNvPr>
          <p:cNvCxnSpPr>
            <a:cxnSpLocks/>
          </p:cNvCxnSpPr>
          <p:nvPr/>
        </p:nvCxnSpPr>
        <p:spPr>
          <a:xfrm>
            <a:off x="3107637" y="5685458"/>
            <a:ext cx="900000"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AFE402A8-8291-B0DA-F6F6-790B59AE1AF4}"/>
              </a:ext>
            </a:extLst>
          </p:cNvPr>
          <p:cNvCxnSpPr>
            <a:cxnSpLocks/>
            <a:endCxn id="122" idx="0"/>
          </p:cNvCxnSpPr>
          <p:nvPr/>
        </p:nvCxnSpPr>
        <p:spPr>
          <a:xfrm flipH="1">
            <a:off x="3089431" y="3331539"/>
            <a:ext cx="7723" cy="1127520"/>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2" name="ZoneTexte 121">
            <a:extLst>
              <a:ext uri="{FF2B5EF4-FFF2-40B4-BE49-F238E27FC236}">
                <a16:creationId xmlns:a16="http://schemas.microsoft.com/office/drawing/2014/main" id="{908EDD1D-8D02-E647-AC75-634D8A6A8FF1}"/>
              </a:ext>
            </a:extLst>
          </p:cNvPr>
          <p:cNvSpPr txBox="1"/>
          <p:nvPr/>
        </p:nvSpPr>
        <p:spPr>
          <a:xfrm>
            <a:off x="3015506" y="4459059"/>
            <a:ext cx="147850" cy="369332"/>
          </a:xfrm>
          <a:prstGeom prst="rect">
            <a:avLst/>
          </a:prstGeom>
          <a:solidFill>
            <a:schemeClr val="accent4">
              <a:lumMod val="40000"/>
              <a:lumOff val="60000"/>
              <a:alpha val="70000"/>
            </a:schemeClr>
          </a:solidFill>
          <a:ln w="6350">
            <a:solidFill>
              <a:schemeClr val="bg1">
                <a:lumMod val="50000"/>
              </a:schemeClr>
            </a:solidFill>
          </a:ln>
        </p:spPr>
        <p:txBody>
          <a:bodyPr wrap="square" rtlCol="0">
            <a:spAutoFit/>
          </a:bodyPr>
          <a:lstStyle/>
          <a:p>
            <a:pPr algn="ctr"/>
            <a:r>
              <a:rPr lang="en-GB" dirty="0"/>
              <a:t>+</a:t>
            </a:r>
          </a:p>
        </p:txBody>
      </p:sp>
      <p:cxnSp>
        <p:nvCxnSpPr>
          <p:cNvPr id="125" name="Connecteur droit avec flèche 124">
            <a:extLst>
              <a:ext uri="{FF2B5EF4-FFF2-40B4-BE49-F238E27FC236}">
                <a16:creationId xmlns:a16="http://schemas.microsoft.com/office/drawing/2014/main" id="{39AE9224-2C5C-1B95-C020-6CC551E77A5B}"/>
              </a:ext>
            </a:extLst>
          </p:cNvPr>
          <p:cNvCxnSpPr>
            <a:cxnSpLocks/>
          </p:cNvCxnSpPr>
          <p:nvPr/>
        </p:nvCxnSpPr>
        <p:spPr>
          <a:xfrm flipV="1">
            <a:off x="3035848" y="4833208"/>
            <a:ext cx="0" cy="168354"/>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8" name="ZoneTexte 127">
                <a:extLst>
                  <a:ext uri="{FF2B5EF4-FFF2-40B4-BE49-F238E27FC236}">
                    <a16:creationId xmlns:a16="http://schemas.microsoft.com/office/drawing/2014/main" id="{9A90B2B5-B2D0-AD37-1A9D-0292C1C7F189}"/>
                  </a:ext>
                </a:extLst>
              </p:cNvPr>
              <p:cNvSpPr txBox="1"/>
              <p:nvPr/>
            </p:nvSpPr>
            <p:spPr>
              <a:xfrm>
                <a:off x="3086026" y="478160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28" name="ZoneTexte 127">
                <a:extLst>
                  <a:ext uri="{FF2B5EF4-FFF2-40B4-BE49-F238E27FC236}">
                    <a16:creationId xmlns:a16="http://schemas.microsoft.com/office/drawing/2014/main" id="{E823BC7C-E300-1D81-93D0-F5C54BD53C59}"/>
                  </a:ext>
                </a:extLst>
              </p:cNvPr>
              <p:cNvSpPr txBox="1">
                <a:spLocks noRot="1" noChangeAspect="1" noMove="1" noResize="1" noEditPoints="1" noAdjustHandles="1" noChangeArrowheads="1" noChangeShapeType="1" noTextEdit="1"/>
              </p:cNvSpPr>
              <p:nvPr/>
            </p:nvSpPr>
            <p:spPr>
              <a:xfrm>
                <a:off x="3086026" y="4781600"/>
                <a:ext cx="161871" cy="215444"/>
              </a:xfrm>
              <a:prstGeom prst="rect">
                <a:avLst/>
              </a:prstGeom>
              <a:blipFill>
                <a:blip r:embed="rId26"/>
                <a:stretch>
                  <a:fillRect l="-21429" r="-21429"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9" name="ZoneTexte 128">
                <a:extLst>
                  <a:ext uri="{FF2B5EF4-FFF2-40B4-BE49-F238E27FC236}">
                    <a16:creationId xmlns:a16="http://schemas.microsoft.com/office/drawing/2014/main" id="{89CBEFB1-58BE-3C05-B1F7-691008DB4178}"/>
                  </a:ext>
                </a:extLst>
              </p:cNvPr>
              <p:cNvSpPr txBox="1"/>
              <p:nvPr/>
            </p:nvSpPr>
            <p:spPr>
              <a:xfrm>
                <a:off x="3470771" y="5271275"/>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29" name="ZoneTexte 128">
                <a:extLst>
                  <a:ext uri="{FF2B5EF4-FFF2-40B4-BE49-F238E27FC236}">
                    <a16:creationId xmlns:a16="http://schemas.microsoft.com/office/drawing/2014/main" id="{32E22270-88FF-E78E-D2B9-9C242C61AC12}"/>
                  </a:ext>
                </a:extLst>
              </p:cNvPr>
              <p:cNvSpPr txBox="1">
                <a:spLocks noRot="1" noChangeAspect="1" noMove="1" noResize="1" noEditPoints="1" noAdjustHandles="1" noChangeArrowheads="1" noChangeShapeType="1" noTextEdit="1"/>
              </p:cNvSpPr>
              <p:nvPr/>
            </p:nvSpPr>
            <p:spPr>
              <a:xfrm>
                <a:off x="3470771" y="5271275"/>
                <a:ext cx="161871" cy="215444"/>
              </a:xfrm>
              <a:prstGeom prst="rect">
                <a:avLst/>
              </a:prstGeom>
              <a:blipFill>
                <a:blip r:embed="rId27"/>
                <a:stretch>
                  <a:fillRect l="-28571" r="-14286"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0" name="ZoneTexte 129">
                <a:extLst>
                  <a:ext uri="{FF2B5EF4-FFF2-40B4-BE49-F238E27FC236}">
                    <a16:creationId xmlns:a16="http://schemas.microsoft.com/office/drawing/2014/main" id="{2E20AB57-B864-7E81-3C3A-3C20A91A63D4}"/>
                  </a:ext>
                </a:extLst>
              </p:cNvPr>
              <p:cNvSpPr txBox="1"/>
              <p:nvPr/>
            </p:nvSpPr>
            <p:spPr>
              <a:xfrm>
                <a:off x="3463276" y="582591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30" name="ZoneTexte 129">
                <a:extLst>
                  <a:ext uri="{FF2B5EF4-FFF2-40B4-BE49-F238E27FC236}">
                    <a16:creationId xmlns:a16="http://schemas.microsoft.com/office/drawing/2014/main" id="{B0CB292F-8C55-6AE3-D502-AE86E237A5F4}"/>
                  </a:ext>
                </a:extLst>
              </p:cNvPr>
              <p:cNvSpPr txBox="1">
                <a:spLocks noRot="1" noChangeAspect="1" noMove="1" noResize="1" noEditPoints="1" noAdjustHandles="1" noChangeArrowheads="1" noChangeShapeType="1" noTextEdit="1"/>
              </p:cNvSpPr>
              <p:nvPr/>
            </p:nvSpPr>
            <p:spPr>
              <a:xfrm>
                <a:off x="3463276" y="5825910"/>
                <a:ext cx="161871" cy="215444"/>
              </a:xfrm>
              <a:prstGeom prst="rect">
                <a:avLst/>
              </a:prstGeom>
              <a:blipFill>
                <a:blip r:embed="rId28"/>
                <a:stretch>
                  <a:fillRect l="-21429"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A94986E1-0494-6542-6BAC-6DA859633142}"/>
                  </a:ext>
                </a:extLst>
              </p:cNvPr>
              <p:cNvSpPr txBox="1"/>
              <p:nvPr/>
            </p:nvSpPr>
            <p:spPr>
              <a:xfrm>
                <a:off x="3499945" y="4566461"/>
                <a:ext cx="310085" cy="161583"/>
              </a:xfrm>
              <a:prstGeom prst="rect">
                <a:avLst/>
              </a:prstGeom>
              <a:solidFill>
                <a:srgbClr val="FFFF00">
                  <a:alpha val="60000"/>
                </a:srgbClr>
              </a:solidFill>
              <a:ln>
                <a:solidFill>
                  <a:schemeClr val="bg1">
                    <a:lumMod val="50000"/>
                  </a:schemeClr>
                </a:solidFill>
              </a:ln>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fr-FR" sz="1050" b="0" i="1" smtClean="0">
                          <a:solidFill>
                            <a:schemeClr val="accent1"/>
                          </a:solidFill>
                          <a:latin typeface="Cambria Math" panose="02040503050406030204" pitchFamily="18" charset="0"/>
                        </a:rPr>
                        <m:t>𝑡𝑎𝑛h</m:t>
                      </m:r>
                    </m:oMath>
                  </m:oMathPara>
                </a14:m>
                <a:endParaRPr lang="en-GB" sz="1050" dirty="0">
                  <a:solidFill>
                    <a:schemeClr val="accent1"/>
                  </a:solidFill>
                </a:endParaRPr>
              </a:p>
            </p:txBody>
          </p:sp>
        </mc:Choice>
        <mc:Fallback xmlns="">
          <p:sp>
            <p:nvSpPr>
              <p:cNvPr id="131" name="ZoneTexte 130">
                <a:extLst>
                  <a:ext uri="{FF2B5EF4-FFF2-40B4-BE49-F238E27FC236}">
                    <a16:creationId xmlns:a16="http://schemas.microsoft.com/office/drawing/2014/main" id="{0C831FA6-2EFF-2416-5A66-546344AD5B44}"/>
                  </a:ext>
                </a:extLst>
              </p:cNvPr>
              <p:cNvSpPr txBox="1">
                <a:spLocks noRot="1" noChangeAspect="1" noMove="1" noResize="1" noEditPoints="1" noAdjustHandles="1" noChangeArrowheads="1" noChangeShapeType="1" noTextEdit="1"/>
              </p:cNvSpPr>
              <p:nvPr/>
            </p:nvSpPr>
            <p:spPr>
              <a:xfrm>
                <a:off x="3499945" y="4566461"/>
                <a:ext cx="310085" cy="161583"/>
              </a:xfrm>
              <a:prstGeom prst="rect">
                <a:avLst/>
              </a:prstGeom>
              <a:blipFill>
                <a:blip r:embed="rId29"/>
                <a:stretch>
                  <a:fillRect l="-7692" r="-7692" b="-7143"/>
                </a:stretch>
              </a:blipFill>
              <a:ln>
                <a:solidFill>
                  <a:schemeClr val="bg1">
                    <a:lumMod val="50000"/>
                  </a:schemeClr>
                </a:solidFill>
              </a:ln>
            </p:spPr>
            <p:txBody>
              <a:bodyPr/>
              <a:lstStyle/>
              <a:p>
                <a:r>
                  <a:rPr lang="en-GB">
                    <a:noFill/>
                  </a:rPr>
                  <a:t> </a:t>
                </a:r>
              </a:p>
            </p:txBody>
          </p:sp>
        </mc:Fallback>
      </mc:AlternateContent>
      <p:cxnSp>
        <p:nvCxnSpPr>
          <p:cNvPr id="132" name="Connecteur droit avec flèche 131">
            <a:extLst>
              <a:ext uri="{FF2B5EF4-FFF2-40B4-BE49-F238E27FC236}">
                <a16:creationId xmlns:a16="http://schemas.microsoft.com/office/drawing/2014/main" id="{8552F049-32F6-3CD6-E4E7-598F9FB99BD0}"/>
              </a:ext>
            </a:extLst>
          </p:cNvPr>
          <p:cNvCxnSpPr>
            <a:cxnSpLocks/>
            <a:stCxn id="122" idx="3"/>
            <a:endCxn id="131" idx="1"/>
          </p:cNvCxnSpPr>
          <p:nvPr/>
        </p:nvCxnSpPr>
        <p:spPr>
          <a:xfrm>
            <a:off x="3163356" y="4643725"/>
            <a:ext cx="336589" cy="352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88381421-0B8D-C0A9-3B20-CE1F5C2D0069}"/>
              </a:ext>
            </a:extLst>
          </p:cNvPr>
          <p:cNvCxnSpPr>
            <a:cxnSpLocks/>
            <a:stCxn id="131" idx="0"/>
          </p:cNvCxnSpPr>
          <p:nvPr/>
        </p:nvCxnSpPr>
        <p:spPr>
          <a:xfrm flipV="1">
            <a:off x="3654988" y="4016643"/>
            <a:ext cx="0" cy="54981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9" name="ZoneTexte 138">
                <a:extLst>
                  <a:ext uri="{FF2B5EF4-FFF2-40B4-BE49-F238E27FC236}">
                    <a16:creationId xmlns:a16="http://schemas.microsoft.com/office/drawing/2014/main" id="{B5275D92-6C5D-ADD3-BD20-D23E69039F19}"/>
                  </a:ext>
                </a:extLst>
              </p:cNvPr>
              <p:cNvSpPr txBox="1"/>
              <p:nvPr/>
            </p:nvSpPr>
            <p:spPr>
              <a:xfrm>
                <a:off x="3586384" y="3870602"/>
                <a:ext cx="144914" cy="13849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900" b="0" i="1" smtClean="0">
                          <a:latin typeface="Cambria Math" panose="02040503050406030204" pitchFamily="18" charset="0"/>
                        </a:rPr>
                        <m:t>𝑎𝑧</m:t>
                      </m:r>
                    </m:oMath>
                  </m:oMathPara>
                </a14:m>
                <a:endParaRPr lang="en-GB" sz="900" dirty="0"/>
              </a:p>
            </p:txBody>
          </p:sp>
        </mc:Choice>
        <mc:Fallback xmlns="">
          <p:sp>
            <p:nvSpPr>
              <p:cNvPr id="139" name="ZoneTexte 138">
                <a:extLst>
                  <a:ext uri="{FF2B5EF4-FFF2-40B4-BE49-F238E27FC236}">
                    <a16:creationId xmlns:a16="http://schemas.microsoft.com/office/drawing/2014/main" id="{81A3A50E-0B00-53A7-7F2B-BF824EE321BB}"/>
                  </a:ext>
                </a:extLst>
              </p:cNvPr>
              <p:cNvSpPr txBox="1">
                <a:spLocks noRot="1" noChangeAspect="1" noMove="1" noResize="1" noEditPoints="1" noAdjustHandles="1" noChangeArrowheads="1" noChangeShapeType="1" noTextEdit="1"/>
              </p:cNvSpPr>
              <p:nvPr/>
            </p:nvSpPr>
            <p:spPr>
              <a:xfrm>
                <a:off x="3586384" y="3870602"/>
                <a:ext cx="144914" cy="138499"/>
              </a:xfrm>
              <a:prstGeom prst="rect">
                <a:avLst/>
              </a:prstGeom>
              <a:blipFill>
                <a:blip r:embed="rId30"/>
                <a:stretch>
                  <a:fillRect l="-8333" r="-8333"/>
                </a:stretch>
              </a:blipFill>
            </p:spPr>
            <p:txBody>
              <a:bodyPr/>
              <a:lstStyle/>
              <a:p>
                <a:r>
                  <a:rPr lang="en-GB">
                    <a:noFill/>
                  </a:rPr>
                  <a:t> </a:t>
                </a:r>
              </a:p>
            </p:txBody>
          </p:sp>
        </mc:Fallback>
      </mc:AlternateContent>
      <p:sp>
        <p:nvSpPr>
          <p:cNvPr id="144" name="Ellipse 143">
            <a:extLst>
              <a:ext uri="{FF2B5EF4-FFF2-40B4-BE49-F238E27FC236}">
                <a16:creationId xmlns:a16="http://schemas.microsoft.com/office/drawing/2014/main" id="{81208D00-7C96-AD6E-1F8B-0715620E3137}"/>
              </a:ext>
            </a:extLst>
          </p:cNvPr>
          <p:cNvSpPr/>
          <p:nvPr/>
        </p:nvSpPr>
        <p:spPr>
          <a:xfrm>
            <a:off x="4069954" y="5998351"/>
            <a:ext cx="92544" cy="90387"/>
          </a:xfrm>
          <a:prstGeom prst="ellipse">
            <a:avLst/>
          </a:prstGeom>
          <a:solidFill>
            <a:srgbClr val="FFFF00">
              <a:alpha val="70000"/>
            </a:srgbClr>
          </a:solidFill>
          <a:ln w="63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6" name="Connecteur en angle 145">
            <a:extLst>
              <a:ext uri="{FF2B5EF4-FFF2-40B4-BE49-F238E27FC236}">
                <a16:creationId xmlns:a16="http://schemas.microsoft.com/office/drawing/2014/main" id="{FB527C40-DAE9-9900-33FB-96C4C182EAA6}"/>
              </a:ext>
            </a:extLst>
          </p:cNvPr>
          <p:cNvCxnSpPr>
            <a:stCxn id="131" idx="2"/>
            <a:endCxn id="144" idx="2"/>
          </p:cNvCxnSpPr>
          <p:nvPr/>
        </p:nvCxnSpPr>
        <p:spPr>
          <a:xfrm rot="16200000" flipH="1">
            <a:off x="3204721" y="5178311"/>
            <a:ext cx="1315501" cy="414966"/>
          </a:xfrm>
          <a:prstGeom prst="bentConnector2">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48" name="Connecteur droit avec flèche 147">
            <a:extLst>
              <a:ext uri="{FF2B5EF4-FFF2-40B4-BE49-F238E27FC236}">
                <a16:creationId xmlns:a16="http://schemas.microsoft.com/office/drawing/2014/main" id="{8F6D4FD4-DE28-D2F8-95F1-802D7AF6517C}"/>
              </a:ext>
            </a:extLst>
          </p:cNvPr>
          <p:cNvCxnSpPr>
            <a:cxnSpLocks/>
          </p:cNvCxnSpPr>
          <p:nvPr/>
        </p:nvCxnSpPr>
        <p:spPr>
          <a:xfrm flipV="1">
            <a:off x="4110141" y="4835708"/>
            <a:ext cx="0" cy="168354"/>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9" name="ZoneTexte 148">
                <a:extLst>
                  <a:ext uri="{FF2B5EF4-FFF2-40B4-BE49-F238E27FC236}">
                    <a16:creationId xmlns:a16="http://schemas.microsoft.com/office/drawing/2014/main" id="{D075ECF5-EBE8-5408-65E5-1FF194F5D1AA}"/>
                  </a:ext>
                </a:extLst>
              </p:cNvPr>
              <p:cNvSpPr txBox="1"/>
              <p:nvPr/>
            </p:nvSpPr>
            <p:spPr>
              <a:xfrm>
                <a:off x="4160319" y="478410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149" name="ZoneTexte 148">
                <a:extLst>
                  <a:ext uri="{FF2B5EF4-FFF2-40B4-BE49-F238E27FC236}">
                    <a16:creationId xmlns:a16="http://schemas.microsoft.com/office/drawing/2014/main" id="{00F74AF6-8C92-FA55-8FAE-518ADC84AACB}"/>
                  </a:ext>
                </a:extLst>
              </p:cNvPr>
              <p:cNvSpPr txBox="1">
                <a:spLocks noRot="1" noChangeAspect="1" noMove="1" noResize="1" noEditPoints="1" noAdjustHandles="1" noChangeArrowheads="1" noChangeShapeType="1" noTextEdit="1"/>
              </p:cNvSpPr>
              <p:nvPr/>
            </p:nvSpPr>
            <p:spPr>
              <a:xfrm>
                <a:off x="4160319" y="4784100"/>
                <a:ext cx="161871" cy="215444"/>
              </a:xfrm>
              <a:prstGeom prst="rect">
                <a:avLst/>
              </a:prstGeom>
              <a:blipFill>
                <a:blip r:embed="rId32"/>
                <a:stretch>
                  <a:fillRect l="-21429" r="-14286" b="-11111"/>
                </a:stretch>
              </a:blipFill>
            </p:spPr>
            <p:txBody>
              <a:bodyPr/>
              <a:lstStyle/>
              <a:p>
                <a:r>
                  <a:rPr lang="en-GB">
                    <a:noFill/>
                  </a:rPr>
                  <a:t> </a:t>
                </a:r>
              </a:p>
            </p:txBody>
          </p:sp>
        </mc:Fallback>
      </mc:AlternateContent>
      <p:sp>
        <p:nvSpPr>
          <p:cNvPr id="150" name="ZoneTexte 149">
            <a:extLst>
              <a:ext uri="{FF2B5EF4-FFF2-40B4-BE49-F238E27FC236}">
                <a16:creationId xmlns:a16="http://schemas.microsoft.com/office/drawing/2014/main" id="{47E438A6-9ADF-38D2-49D0-0B0C28CB8F77}"/>
              </a:ext>
            </a:extLst>
          </p:cNvPr>
          <p:cNvSpPr txBox="1"/>
          <p:nvPr/>
        </p:nvSpPr>
        <p:spPr>
          <a:xfrm>
            <a:off x="5453842" y="4482772"/>
            <a:ext cx="3061244" cy="1097947"/>
          </a:xfrm>
          <a:prstGeom prst="rect">
            <a:avLst/>
          </a:prstGeom>
          <a:noFill/>
        </p:spPr>
        <p:txBody>
          <a:bodyPr wrap="square" rtlCol="0">
            <a:noAutofit/>
          </a:bodyPr>
          <a:lstStyle/>
          <a:p>
            <a:r>
              <a:rPr lang="en-GB" sz="1400" noProof="0" dirty="0">
                <a:solidFill>
                  <a:schemeClr val="accent2"/>
                </a:solidFill>
              </a:rPr>
              <a:t>Global attention considers </a:t>
            </a:r>
            <a:r>
              <a:rPr lang="en-GB" sz="1400" b="1" noProof="0" dirty="0">
                <a:solidFill>
                  <a:schemeClr val="accent2"/>
                </a:solidFill>
              </a:rPr>
              <a:t>all</a:t>
            </a:r>
            <a:r>
              <a:rPr lang="en-GB" sz="1400" noProof="0" dirty="0">
                <a:solidFill>
                  <a:schemeClr val="accent2"/>
                </a:solidFill>
              </a:rPr>
              <a:t> the encoder hidden states which can be computationally expensive for long sequences.</a:t>
            </a:r>
          </a:p>
        </p:txBody>
      </p:sp>
      <p:cxnSp>
        <p:nvCxnSpPr>
          <p:cNvPr id="152" name="Connecteur en arc 151">
            <a:extLst>
              <a:ext uri="{FF2B5EF4-FFF2-40B4-BE49-F238E27FC236}">
                <a16:creationId xmlns:a16="http://schemas.microsoft.com/office/drawing/2014/main" id="{9A4AF78C-A7E8-1733-1927-A88FF99619D7}"/>
              </a:ext>
            </a:extLst>
          </p:cNvPr>
          <p:cNvCxnSpPr>
            <a:cxnSpLocks/>
            <a:stCxn id="150" idx="1"/>
            <a:endCxn id="11" idx="1"/>
          </p:cNvCxnSpPr>
          <p:nvPr/>
        </p:nvCxnSpPr>
        <p:spPr>
          <a:xfrm rot="10800000" flipV="1">
            <a:off x="1004376" y="5031745"/>
            <a:ext cx="4449467" cy="457707"/>
          </a:xfrm>
          <a:prstGeom prst="curvedConnector5">
            <a:avLst>
              <a:gd name="adj1" fmla="val 31108"/>
              <a:gd name="adj2" fmla="val 280828"/>
              <a:gd name="adj3" fmla="val 105138"/>
            </a:avLst>
          </a:prstGeom>
          <a:ln>
            <a:solidFill>
              <a:schemeClr val="accent2">
                <a:alpha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0DD345CD-40FC-A4E5-BACB-3770737EAF66}"/>
                  </a:ext>
                </a:extLst>
              </p:cNvPr>
              <p:cNvSpPr txBox="1"/>
              <p:nvPr/>
            </p:nvSpPr>
            <p:spPr>
              <a:xfrm>
                <a:off x="3738793" y="4121301"/>
                <a:ext cx="1490432" cy="26750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fr-FR" sz="1100" b="0" i="1" dirty="0" smtClean="0">
                              <a:solidFill>
                                <a:schemeClr val="bg1">
                                  <a:lumMod val="50000"/>
                                </a:schemeClr>
                              </a:solidFill>
                              <a:latin typeface="Cambria Math" panose="02040503050406030204" pitchFamily="18" charset="0"/>
                            </a:rPr>
                          </m:ctrlPr>
                        </m:sSubPr>
                        <m:e>
                          <m:acc>
                            <m:accPr>
                              <m:chr m:val="̂"/>
                              <m:ctrlPr>
                                <a:rPr lang="fr-FR" sz="1100" b="0" i="1" smtClean="0">
                                  <a:solidFill>
                                    <a:schemeClr val="bg1">
                                      <a:lumMod val="50000"/>
                                    </a:schemeClr>
                                  </a:solidFill>
                                  <a:latin typeface="Cambria Math" panose="02040503050406030204" pitchFamily="18" charset="0"/>
                                </a:rPr>
                              </m:ctrlPr>
                            </m:accPr>
                            <m:e>
                              <m:r>
                                <a:rPr lang="fr-FR" sz="1100" b="0" i="1" smtClean="0">
                                  <a:solidFill>
                                    <a:schemeClr val="bg1">
                                      <a:lumMod val="50000"/>
                                    </a:schemeClr>
                                  </a:solidFill>
                                  <a:latin typeface="Cambria Math" panose="02040503050406030204" pitchFamily="18" charset="0"/>
                                </a:rPr>
                                <m:t>𝑆</m:t>
                              </m:r>
                            </m:e>
                          </m:acc>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r>
                        <m:rPr>
                          <m:sty m:val="p"/>
                        </m:rPr>
                        <a:rPr lang="fr-FR" sz="1100" b="0" i="0" dirty="0" smtClean="0">
                          <a:solidFill>
                            <a:schemeClr val="bg1">
                              <a:lumMod val="50000"/>
                            </a:schemeClr>
                          </a:solidFill>
                          <a:latin typeface="Cambria Math" panose="02040503050406030204" pitchFamily="18" charset="0"/>
                        </a:rPr>
                        <m:t>tanh</m:t>
                      </m:r>
                      <m:r>
                        <a:rPr lang="fr-FR" sz="1100" b="0" i="1" dirty="0" smtClean="0">
                          <a:solidFill>
                            <a:schemeClr val="bg1">
                              <a:lumMod val="50000"/>
                            </a:schemeClr>
                          </a:solidFill>
                          <a:latin typeface="Cambria Math" panose="02040503050406030204" pitchFamily="18" charset="0"/>
                        </a:rPr>
                        <m:t>⁡(</m:t>
                      </m:r>
                      <m:r>
                        <a:rPr lang="fr-FR" sz="1100" b="0" i="1" dirty="0" smtClean="0">
                          <a:solidFill>
                            <a:schemeClr val="bg1">
                              <a:lumMod val="50000"/>
                            </a:schemeClr>
                          </a:solidFill>
                          <a:latin typeface="Cambria Math" panose="02040503050406030204" pitchFamily="18" charset="0"/>
                        </a:rPr>
                        <m:t>𝑊</m:t>
                      </m:r>
                      <m:r>
                        <a:rPr lang="fr-FR" sz="1100" b="0" i="1" dirty="0" smtClean="0">
                          <a:solidFill>
                            <a:schemeClr val="bg1">
                              <a:lumMod val="50000"/>
                            </a:schemeClr>
                          </a:solidFill>
                          <a:latin typeface="Cambria Math" panose="02040503050406030204" pitchFamily="18" charset="0"/>
                        </a:rPr>
                        <m:t>[</m:t>
                      </m:r>
                      <m:sSub>
                        <m:sSubPr>
                          <m:ctrlPr>
                            <a:rPr lang="fr-FR" sz="1100" b="0" i="1" dirty="0" smtClean="0">
                              <a:solidFill>
                                <a:schemeClr val="bg1">
                                  <a:lumMod val="50000"/>
                                </a:schemeClr>
                              </a:solidFill>
                              <a:latin typeface="Cambria Math" panose="02040503050406030204" pitchFamily="18" charset="0"/>
                            </a:rPr>
                          </m:ctrlPr>
                        </m:sSubPr>
                        <m:e>
                          <m:r>
                            <a:rPr lang="fr-FR" sz="1100" b="0" i="1" dirty="0" smtClean="0">
                              <a:solidFill>
                                <a:schemeClr val="bg1">
                                  <a:lumMod val="50000"/>
                                </a:schemeClr>
                              </a:solidFill>
                              <a:latin typeface="Cambria Math" panose="02040503050406030204" pitchFamily="18" charset="0"/>
                            </a:rPr>
                            <m:t>𝑐</m:t>
                          </m:r>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sSub>
                        <m:sSubPr>
                          <m:ctrlPr>
                            <a:rPr lang="fr-FR" sz="1100" b="0" i="1" dirty="0" smtClean="0">
                              <a:solidFill>
                                <a:schemeClr val="bg1">
                                  <a:lumMod val="50000"/>
                                </a:schemeClr>
                              </a:solidFill>
                              <a:latin typeface="Cambria Math" panose="02040503050406030204" pitchFamily="18" charset="0"/>
                            </a:rPr>
                          </m:ctrlPr>
                        </m:sSubPr>
                        <m:e>
                          <m:r>
                            <a:rPr lang="fr-FR" sz="1100" b="0" i="1" dirty="0" smtClean="0">
                              <a:solidFill>
                                <a:schemeClr val="bg1">
                                  <a:lumMod val="50000"/>
                                </a:schemeClr>
                              </a:solidFill>
                              <a:latin typeface="Cambria Math" panose="02040503050406030204" pitchFamily="18" charset="0"/>
                            </a:rPr>
                            <m:t>𝑠</m:t>
                          </m:r>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 </m:t>
                      </m:r>
                    </m:oMath>
                  </m:oMathPara>
                </a14:m>
                <a:endParaRPr lang="en-GB" sz="1100" dirty="0">
                  <a:solidFill>
                    <a:schemeClr val="bg1">
                      <a:lumMod val="50000"/>
                    </a:schemeClr>
                  </a:solidFill>
                </a:endParaRPr>
              </a:p>
            </p:txBody>
          </p:sp>
        </mc:Choice>
        <mc:Fallback xmlns="">
          <p:sp>
            <p:nvSpPr>
              <p:cNvPr id="21" name="ZoneTexte 20">
                <a:extLst>
                  <a:ext uri="{FF2B5EF4-FFF2-40B4-BE49-F238E27FC236}">
                    <a16:creationId xmlns:a16="http://schemas.microsoft.com/office/drawing/2014/main" id="{0DD345CD-40FC-A4E5-BACB-3770737EAF66}"/>
                  </a:ext>
                </a:extLst>
              </p:cNvPr>
              <p:cNvSpPr txBox="1">
                <a:spLocks noRot="1" noChangeAspect="1" noMove="1" noResize="1" noEditPoints="1" noAdjustHandles="1" noChangeArrowheads="1" noChangeShapeType="1" noTextEdit="1"/>
              </p:cNvSpPr>
              <p:nvPr/>
            </p:nvSpPr>
            <p:spPr>
              <a:xfrm>
                <a:off x="3738793" y="4121301"/>
                <a:ext cx="1490432" cy="267509"/>
              </a:xfrm>
              <a:prstGeom prst="rect">
                <a:avLst/>
              </a:prstGeom>
              <a:blipFill>
                <a:blip r:embed="rId33"/>
                <a:stretch>
                  <a:fillRect b="-9091"/>
                </a:stretch>
              </a:blipFill>
            </p:spPr>
            <p:txBody>
              <a:bodyPr/>
              <a:lstStyle/>
              <a:p>
                <a:r>
                  <a:rPr lang="en-GB">
                    <a:noFill/>
                  </a:rPr>
                  <a:t> </a:t>
                </a:r>
              </a:p>
            </p:txBody>
          </p:sp>
        </mc:Fallback>
      </mc:AlternateContent>
      <p:cxnSp>
        <p:nvCxnSpPr>
          <p:cNvPr id="40" name="Connecteur en arc 39">
            <a:extLst>
              <a:ext uri="{FF2B5EF4-FFF2-40B4-BE49-F238E27FC236}">
                <a16:creationId xmlns:a16="http://schemas.microsoft.com/office/drawing/2014/main" id="{EDB08C72-39BA-546B-3792-949AE3DD9758}"/>
              </a:ext>
            </a:extLst>
          </p:cNvPr>
          <p:cNvCxnSpPr>
            <a:cxnSpLocks/>
            <a:stCxn id="139" idx="3"/>
            <a:endCxn id="113" idx="1"/>
          </p:cNvCxnSpPr>
          <p:nvPr/>
        </p:nvCxnSpPr>
        <p:spPr>
          <a:xfrm>
            <a:off x="3731298" y="3939852"/>
            <a:ext cx="310087" cy="2228385"/>
          </a:xfrm>
          <a:prstGeom prst="curvedConnector3">
            <a:avLst>
              <a:gd name="adj1" fmla="val 50000"/>
            </a:avLst>
          </a:prstGeom>
          <a:ln w="15875" cap="flat" cmpd="sng" algn="ctr">
            <a:solidFill>
              <a:schemeClr val="accent2">
                <a:alpha val="7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550820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7EDA-7D76-5974-2376-5D7C59779DAE}"/>
            </a:ext>
          </a:extLst>
        </p:cNvPr>
        <p:cNvGrpSpPr/>
        <p:nvPr/>
      </p:nvGrpSpPr>
      <p:grpSpPr>
        <a:xfrm>
          <a:off x="0" y="0"/>
          <a:ext cx="0" cy="0"/>
          <a:chOff x="0" y="0"/>
          <a:chExt cx="0" cy="0"/>
        </a:xfrm>
      </p:grpSpPr>
      <p:sp>
        <p:nvSpPr>
          <p:cNvPr id="11" name="Rectangle : coins arrondis 10">
            <a:extLst>
              <a:ext uri="{FF2B5EF4-FFF2-40B4-BE49-F238E27FC236}">
                <a16:creationId xmlns:a16="http://schemas.microsoft.com/office/drawing/2014/main" id="{AC3418B0-4F8C-5162-71D1-655BC303A0AD}"/>
              </a:ext>
            </a:extLst>
          </p:cNvPr>
          <p:cNvSpPr/>
          <p:nvPr/>
        </p:nvSpPr>
        <p:spPr>
          <a:xfrm>
            <a:off x="1004376" y="4890390"/>
            <a:ext cx="793586" cy="1198125"/>
          </a:xfrm>
          <a:prstGeom prst="roundRect">
            <a:avLst/>
          </a:prstGeom>
          <a:solidFill>
            <a:schemeClr val="accent2">
              <a:alpha val="30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re 1">
            <a:extLst>
              <a:ext uri="{FF2B5EF4-FFF2-40B4-BE49-F238E27FC236}">
                <a16:creationId xmlns:a16="http://schemas.microsoft.com/office/drawing/2014/main" id="{45A5BAFC-A869-C366-11C0-9D6180534662}"/>
              </a:ext>
            </a:extLst>
          </p:cNvPr>
          <p:cNvSpPr>
            <a:spLocks noGrp="1"/>
          </p:cNvSpPr>
          <p:nvPr>
            <p:ph type="title"/>
          </p:nvPr>
        </p:nvSpPr>
        <p:spPr/>
        <p:txBody>
          <a:bodyPr/>
          <a:lstStyle/>
          <a:p>
            <a:r>
              <a:rPr lang="en-GB" noProof="0" dirty="0"/>
              <a:t>Attention</a:t>
            </a:r>
            <a:endParaRPr lang="en-GB" dirty="0"/>
          </a:p>
        </p:txBody>
      </p:sp>
      <p:sp>
        <p:nvSpPr>
          <p:cNvPr id="4" name="Espace réservé du pied de page 3">
            <a:extLst>
              <a:ext uri="{FF2B5EF4-FFF2-40B4-BE49-F238E27FC236}">
                <a16:creationId xmlns:a16="http://schemas.microsoft.com/office/drawing/2014/main" id="{35B4DE15-D7D5-F90D-FC7A-5A33B9DE9B28}"/>
              </a:ext>
            </a:extLst>
          </p:cNvPr>
          <p:cNvSpPr>
            <a:spLocks noGrp="1"/>
          </p:cNvSpPr>
          <p:nvPr>
            <p:ph type="ftr" sz="quarter" idx="11"/>
          </p:nvPr>
        </p:nvSpPr>
        <p:spPr>
          <a:xfrm>
            <a:off x="3499945" y="6356350"/>
            <a:ext cx="5234151" cy="365125"/>
          </a:xfrm>
        </p:spPr>
        <p:txBody>
          <a:bodyPr/>
          <a:lstStyle/>
          <a:p>
            <a:r>
              <a:rPr lang="en-GB" dirty="0"/>
              <a:t>Attention. Author: David Thébault (based on NLPDemystified.org)</a:t>
            </a:r>
          </a:p>
        </p:txBody>
      </p:sp>
      <p:sp>
        <p:nvSpPr>
          <p:cNvPr id="5" name="ZoneTexte 4">
            <a:extLst>
              <a:ext uri="{FF2B5EF4-FFF2-40B4-BE49-F238E27FC236}">
                <a16:creationId xmlns:a16="http://schemas.microsoft.com/office/drawing/2014/main" id="{CCE176DE-4A58-05A3-275B-D47BA63B6F16}"/>
              </a:ext>
            </a:extLst>
          </p:cNvPr>
          <p:cNvSpPr txBox="1"/>
          <p:nvPr/>
        </p:nvSpPr>
        <p:spPr>
          <a:xfrm>
            <a:off x="838199" y="1471451"/>
            <a:ext cx="10515600" cy="651642"/>
          </a:xfrm>
          <a:prstGeom prst="rect">
            <a:avLst/>
          </a:prstGeom>
          <a:noFill/>
        </p:spPr>
        <p:txBody>
          <a:bodyPr wrap="square" lIns="90000" rtlCol="0">
            <a:noAutofit/>
          </a:bodyPr>
          <a:lstStyle/>
          <a:p>
            <a:r>
              <a:rPr lang="en-GB" sz="2800" b="1" i="0" u="none" strike="noStrike" dirty="0">
                <a:effectLst/>
                <a:latin typeface="ui-sans-serif"/>
              </a:rPr>
              <a:t>Attention Mechanism</a:t>
            </a:r>
          </a:p>
          <a:p>
            <a:r>
              <a:rPr lang="en-GB" sz="2800" dirty="0">
                <a:latin typeface="ui-sans-serif"/>
              </a:rPr>
              <a:t>Some scoring functions f aka an alignment model</a:t>
            </a:r>
            <a:endParaRPr lang="en-GB" sz="2800" i="0" u="none" strike="noStrike" dirty="0">
              <a:effectLst/>
              <a:latin typeface="ui-sans-serif"/>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0B6B3EB6-92A3-5C3F-1E0D-907AFBCE25DE}"/>
                  </a:ext>
                </a:extLst>
              </p:cNvPr>
              <p:cNvSpPr txBox="1"/>
              <p:nvPr/>
            </p:nvSpPr>
            <p:spPr>
              <a:xfrm>
                <a:off x="5850852" y="2450346"/>
                <a:ext cx="1628971"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solidFill>
                            <a:schemeClr val="accent1"/>
                          </a:solidFill>
                          <a:latin typeface="Cambria Math" panose="02040503050406030204" pitchFamily="18" charset="0"/>
                        </a:rPr>
                        <m:t>𝑓</m:t>
                      </m:r>
                      <m:d>
                        <m:dPr>
                          <m:ctrlPr>
                            <a:rPr lang="fr-FR" i="1" smtClean="0">
                              <a:solidFill>
                                <a:schemeClr val="accent1"/>
                              </a:solidFill>
                              <a:latin typeface="Cambria Math" panose="02040503050406030204" pitchFamily="18" charset="0"/>
                            </a:rPr>
                          </m:ctrlPr>
                        </m:dPr>
                        <m:e>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r>
                            <a:rPr lang="fr-FR" b="0" i="1" smtClean="0">
                              <a:solidFill>
                                <a:schemeClr val="accent1"/>
                              </a:solidFill>
                              <a:latin typeface="Cambria Math" panose="02040503050406030204" pitchFamily="18" charset="0"/>
                            </a:rPr>
                            <m:t>,</m:t>
                          </m:r>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Sub>
                        </m:e>
                      </m:d>
                      <m:r>
                        <a:rPr lang="fr-FR" b="0" i="1" smtClean="0">
                          <a:solidFill>
                            <a:schemeClr val="accent1"/>
                          </a:solidFill>
                          <a:latin typeface="Cambria Math" panose="02040503050406030204" pitchFamily="18" charset="0"/>
                        </a:rPr>
                        <m:t>=</m:t>
                      </m:r>
                      <m:sSubSup>
                        <m:sSubSupPr>
                          <m:ctrlPr>
                            <a:rPr lang="fr-FR" i="1" smtClean="0">
                              <a:solidFill>
                                <a:schemeClr val="accent1"/>
                              </a:solidFill>
                              <a:latin typeface="Cambria Math" panose="02040503050406030204" pitchFamily="18" charset="0"/>
                            </a:rPr>
                          </m:ctrlPr>
                        </m:sSubSup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up>
                          <m:r>
                            <a:rPr lang="fr-FR" b="0" i="1" smtClean="0">
                              <a:solidFill>
                                <a:schemeClr val="accent1"/>
                              </a:solidFill>
                              <a:latin typeface="Cambria Math" panose="02040503050406030204" pitchFamily="18" charset="0"/>
                            </a:rPr>
                            <m:t>𝑇</m:t>
                          </m:r>
                        </m:sup>
                      </m:sSubSup>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19" name="ZoneTexte 18">
                <a:extLst>
                  <a:ext uri="{FF2B5EF4-FFF2-40B4-BE49-F238E27FC236}">
                    <a16:creationId xmlns:a16="http://schemas.microsoft.com/office/drawing/2014/main" id="{5178D906-C398-B5DD-4CE0-1C7F3228111F}"/>
                  </a:ext>
                </a:extLst>
              </p:cNvPr>
              <p:cNvSpPr txBox="1">
                <a:spLocks noRot="1" noChangeAspect="1" noMove="1" noResize="1" noEditPoints="1" noAdjustHandles="1" noChangeArrowheads="1" noChangeShapeType="1" noTextEdit="1"/>
              </p:cNvSpPr>
              <p:nvPr/>
            </p:nvSpPr>
            <p:spPr>
              <a:xfrm>
                <a:off x="5850852" y="2450346"/>
                <a:ext cx="1628971" cy="331373"/>
              </a:xfrm>
              <a:prstGeom prst="rect">
                <a:avLst/>
              </a:prstGeom>
              <a:blipFill>
                <a:blip r:embed="rId3"/>
                <a:stretch>
                  <a:fillRect l="-3101" b="-22222"/>
                </a:stretch>
              </a:blipFill>
            </p:spPr>
            <p:txBody>
              <a:bodyPr/>
              <a:lstStyle/>
              <a:p>
                <a:r>
                  <a:rPr lang="en-GB">
                    <a:noFill/>
                  </a:rPr>
                  <a:t> </a:t>
                </a:r>
              </a:p>
            </p:txBody>
          </p:sp>
        </mc:Fallback>
      </mc:AlternateContent>
      <p:sp>
        <p:nvSpPr>
          <p:cNvPr id="28" name="ZoneTexte 27">
            <a:extLst>
              <a:ext uri="{FF2B5EF4-FFF2-40B4-BE49-F238E27FC236}">
                <a16:creationId xmlns:a16="http://schemas.microsoft.com/office/drawing/2014/main" id="{9AFBBC16-D79D-D6BC-9CB5-9D6EAE223931}"/>
              </a:ext>
            </a:extLst>
          </p:cNvPr>
          <p:cNvSpPr txBox="1"/>
          <p:nvPr/>
        </p:nvSpPr>
        <p:spPr>
          <a:xfrm>
            <a:off x="838197" y="2450346"/>
            <a:ext cx="5257801" cy="369332"/>
          </a:xfrm>
          <a:prstGeom prst="rect">
            <a:avLst/>
          </a:prstGeom>
          <a:noFill/>
        </p:spPr>
        <p:txBody>
          <a:bodyPr wrap="square">
            <a:spAutoFit/>
          </a:bodyPr>
          <a:lstStyle/>
          <a:p>
            <a:r>
              <a:rPr lang="en-GB" b="0" noProof="0" dirty="0">
                <a:solidFill>
                  <a:schemeClr val="accent1"/>
                </a:solidFill>
                <a:latin typeface="Cambria Math" panose="02040503050406030204" pitchFamily="18" charset="0"/>
              </a:rPr>
              <a:t>Multiplicative / Luong Attention (2 possibilities)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EC0B71C-F246-94D4-0B92-F5C9EF2B1495}"/>
                  </a:ext>
                </a:extLst>
              </p:cNvPr>
              <p:cNvSpPr txBox="1"/>
              <p:nvPr/>
            </p:nvSpPr>
            <p:spPr>
              <a:xfrm>
                <a:off x="5850851" y="2879341"/>
                <a:ext cx="1856598" cy="331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solidFill>
                            <a:schemeClr val="accent1"/>
                          </a:solidFill>
                          <a:latin typeface="Cambria Math" panose="02040503050406030204" pitchFamily="18" charset="0"/>
                        </a:rPr>
                        <m:t>𝑓</m:t>
                      </m:r>
                      <m:d>
                        <m:dPr>
                          <m:ctrlPr>
                            <a:rPr lang="fr-FR" i="1" smtClean="0">
                              <a:solidFill>
                                <a:schemeClr val="accent1"/>
                              </a:solidFill>
                              <a:latin typeface="Cambria Math" panose="02040503050406030204" pitchFamily="18" charset="0"/>
                            </a:rPr>
                          </m:ctrlPr>
                        </m:dPr>
                        <m:e>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r>
                            <a:rPr lang="fr-FR" b="0" i="1" smtClean="0">
                              <a:solidFill>
                                <a:schemeClr val="accent1"/>
                              </a:solidFill>
                              <a:latin typeface="Cambria Math" panose="02040503050406030204" pitchFamily="18" charset="0"/>
                            </a:rPr>
                            <m:t>,</m:t>
                          </m:r>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Sub>
                        </m:e>
                      </m:d>
                      <m:r>
                        <a:rPr lang="fr-FR" b="0" i="1" smtClean="0">
                          <a:solidFill>
                            <a:schemeClr val="accent1"/>
                          </a:solidFill>
                          <a:latin typeface="Cambria Math" panose="02040503050406030204" pitchFamily="18" charset="0"/>
                        </a:rPr>
                        <m:t>=</m:t>
                      </m:r>
                      <m:sSubSup>
                        <m:sSubSupPr>
                          <m:ctrlPr>
                            <a:rPr lang="fr-FR" i="1" smtClean="0">
                              <a:solidFill>
                                <a:schemeClr val="accent1"/>
                              </a:solidFill>
                              <a:latin typeface="Cambria Math" panose="02040503050406030204" pitchFamily="18" charset="0"/>
                            </a:rPr>
                          </m:ctrlPr>
                        </m:sSubSupPr>
                        <m:e>
                          <m:r>
                            <a:rPr lang="fr-FR" b="0" i="1" smtClean="0">
                              <a:solidFill>
                                <a:schemeClr val="accent1"/>
                              </a:solidFill>
                              <a:latin typeface="Cambria Math" panose="02040503050406030204" pitchFamily="18" charset="0"/>
                            </a:rPr>
                            <m:t>𝑠</m:t>
                          </m:r>
                        </m:e>
                        <m:sub>
                          <m:r>
                            <a:rPr lang="fr-FR" b="0" i="1" smtClean="0">
                              <a:solidFill>
                                <a:schemeClr val="accent1"/>
                              </a:solidFill>
                              <a:latin typeface="Cambria Math" panose="02040503050406030204" pitchFamily="18" charset="0"/>
                            </a:rPr>
                            <m:t>𝑗</m:t>
                          </m:r>
                        </m:sub>
                        <m:sup>
                          <m:r>
                            <a:rPr lang="fr-FR" b="0" i="1" smtClean="0">
                              <a:solidFill>
                                <a:schemeClr val="accent1"/>
                              </a:solidFill>
                              <a:latin typeface="Cambria Math" panose="02040503050406030204" pitchFamily="18" charset="0"/>
                            </a:rPr>
                            <m:t>𝑇</m:t>
                          </m:r>
                        </m:sup>
                      </m:sSubSup>
                      <m:sSub>
                        <m:sSubPr>
                          <m:ctrlPr>
                            <a:rPr lang="fr-FR"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𝑊h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3" name="ZoneTexte 2">
                <a:extLst>
                  <a:ext uri="{FF2B5EF4-FFF2-40B4-BE49-F238E27FC236}">
                    <a16:creationId xmlns:a16="http://schemas.microsoft.com/office/drawing/2014/main" id="{1D04402E-F6BD-168C-1360-0F235D4F85E9}"/>
                  </a:ext>
                </a:extLst>
              </p:cNvPr>
              <p:cNvSpPr txBox="1">
                <a:spLocks noRot="1" noChangeAspect="1" noMove="1" noResize="1" noEditPoints="1" noAdjustHandles="1" noChangeArrowheads="1" noChangeShapeType="1" noTextEdit="1"/>
              </p:cNvSpPr>
              <p:nvPr/>
            </p:nvSpPr>
            <p:spPr>
              <a:xfrm>
                <a:off x="5850851" y="2879341"/>
                <a:ext cx="1856598" cy="331373"/>
              </a:xfrm>
              <a:prstGeom prst="rect">
                <a:avLst/>
              </a:prstGeom>
              <a:blipFill>
                <a:blip r:embed="rId4"/>
                <a:stretch>
                  <a:fillRect l="-2721" b="-22222"/>
                </a:stretch>
              </a:blipFill>
            </p:spPr>
            <p:txBody>
              <a:bodyPr/>
              <a:lstStyle/>
              <a:p>
                <a:r>
                  <a:rPr lang="en-GB">
                    <a:noFill/>
                  </a:rPr>
                  <a:t> </a:t>
                </a:r>
              </a:p>
            </p:txBody>
          </p:sp>
        </mc:Fallback>
      </mc:AlternateContent>
      <p:sp>
        <p:nvSpPr>
          <p:cNvPr id="7" name="Rectangle : coins arrondis 6">
            <a:extLst>
              <a:ext uri="{FF2B5EF4-FFF2-40B4-BE49-F238E27FC236}">
                <a16:creationId xmlns:a16="http://schemas.microsoft.com/office/drawing/2014/main" id="{2838F942-6535-5656-9B52-1F92C039E9D5}"/>
              </a:ext>
            </a:extLst>
          </p:cNvPr>
          <p:cNvSpPr/>
          <p:nvPr/>
        </p:nvSpPr>
        <p:spPr>
          <a:xfrm>
            <a:off x="1018665" y="3346746"/>
            <a:ext cx="1892502" cy="190932"/>
          </a:xfrm>
          <a:prstGeom prst="roundRect">
            <a:avLst/>
          </a:prstGeom>
          <a:solidFill>
            <a:schemeClr val="tx2">
              <a:lumMod val="25000"/>
              <a:lumOff val="75000"/>
              <a:alpha val="70000"/>
            </a:schemeClr>
          </a:solidFill>
          <a:ln w="3175">
            <a:solidFill>
              <a:schemeClr val="tx2">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accent1"/>
                </a:solidFill>
              </a:rPr>
              <a:t>SOFTMAX</a:t>
            </a:r>
          </a:p>
        </p:txBody>
      </p:sp>
      <p:sp>
        <p:nvSpPr>
          <p:cNvPr id="9" name="Rectangle : coins arrondis 8">
            <a:extLst>
              <a:ext uri="{FF2B5EF4-FFF2-40B4-BE49-F238E27FC236}">
                <a16:creationId xmlns:a16="http://schemas.microsoft.com/office/drawing/2014/main" id="{9A48D023-DD5C-C94D-C7DB-E8A8ABA368BA}"/>
              </a:ext>
            </a:extLst>
          </p:cNvPr>
          <p:cNvSpPr/>
          <p:nvPr/>
        </p:nvSpPr>
        <p:spPr>
          <a:xfrm>
            <a:off x="1965351" y="5058250"/>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0" name="Connecteur droit avec flèche 9">
            <a:extLst>
              <a:ext uri="{FF2B5EF4-FFF2-40B4-BE49-F238E27FC236}">
                <a16:creationId xmlns:a16="http://schemas.microsoft.com/office/drawing/2014/main" id="{0774B163-4728-0C95-DD01-A250ADD86E06}"/>
              </a:ext>
            </a:extLst>
          </p:cNvPr>
          <p:cNvCxnSpPr>
            <a:cxnSpLocks/>
            <a:endCxn id="9" idx="2"/>
          </p:cNvCxnSpPr>
          <p:nvPr/>
        </p:nvCxnSpPr>
        <p:spPr>
          <a:xfrm flipH="1" flipV="1">
            <a:off x="2060679" y="5403744"/>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12" name="Rectangle : coins arrondis 11">
            <a:extLst>
              <a:ext uri="{FF2B5EF4-FFF2-40B4-BE49-F238E27FC236}">
                <a16:creationId xmlns:a16="http://schemas.microsoft.com/office/drawing/2014/main" id="{564DB125-57A3-C969-710E-FE1FE6BA98B8}"/>
              </a:ext>
            </a:extLst>
          </p:cNvPr>
          <p:cNvSpPr/>
          <p:nvPr/>
        </p:nvSpPr>
        <p:spPr>
          <a:xfrm>
            <a:off x="2400046" y="5061014"/>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3" name="Connecteur droit avec flèche 12">
            <a:extLst>
              <a:ext uri="{FF2B5EF4-FFF2-40B4-BE49-F238E27FC236}">
                <a16:creationId xmlns:a16="http://schemas.microsoft.com/office/drawing/2014/main" id="{67186FFB-7C16-A850-FDD4-30FFA1AD7047}"/>
              </a:ext>
            </a:extLst>
          </p:cNvPr>
          <p:cNvCxnSpPr>
            <a:cxnSpLocks/>
            <a:endCxn id="12" idx="2"/>
          </p:cNvCxnSpPr>
          <p:nvPr/>
        </p:nvCxnSpPr>
        <p:spPr>
          <a:xfrm flipH="1" flipV="1">
            <a:off x="2495374" y="5406507"/>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1F5291DF-4963-410C-1FF2-B1827EF8DC54}"/>
              </a:ext>
            </a:extLst>
          </p:cNvPr>
          <p:cNvCxnSpPr>
            <a:cxnSpLocks/>
          </p:cNvCxnSpPr>
          <p:nvPr/>
        </p:nvCxnSpPr>
        <p:spPr>
          <a:xfrm>
            <a:off x="2156005" y="5266260"/>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15" name="Rectangle : coins arrondis 14">
            <a:extLst>
              <a:ext uri="{FF2B5EF4-FFF2-40B4-BE49-F238E27FC236}">
                <a16:creationId xmlns:a16="http://schemas.microsoft.com/office/drawing/2014/main" id="{DD9E50F9-06E8-1FD9-EAB3-50C17FE14DE8}"/>
              </a:ext>
            </a:extLst>
          </p:cNvPr>
          <p:cNvSpPr/>
          <p:nvPr/>
        </p:nvSpPr>
        <p:spPr>
          <a:xfrm>
            <a:off x="1092209" y="5054725"/>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16" name="Rectangle : coins arrondis 15">
            <a:extLst>
              <a:ext uri="{FF2B5EF4-FFF2-40B4-BE49-F238E27FC236}">
                <a16:creationId xmlns:a16="http://schemas.microsoft.com/office/drawing/2014/main" id="{56EE6AFB-BE29-088A-8C33-11A5078FA217}"/>
              </a:ext>
            </a:extLst>
          </p:cNvPr>
          <p:cNvSpPr/>
          <p:nvPr/>
        </p:nvSpPr>
        <p:spPr>
          <a:xfrm>
            <a:off x="1526904" y="5057488"/>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7" name="Connecteur droit avec flèche 16">
            <a:extLst>
              <a:ext uri="{FF2B5EF4-FFF2-40B4-BE49-F238E27FC236}">
                <a16:creationId xmlns:a16="http://schemas.microsoft.com/office/drawing/2014/main" id="{B344DF8E-D192-B96D-A76A-A120D50F64FB}"/>
              </a:ext>
            </a:extLst>
          </p:cNvPr>
          <p:cNvCxnSpPr>
            <a:cxnSpLocks/>
          </p:cNvCxnSpPr>
          <p:nvPr/>
        </p:nvCxnSpPr>
        <p:spPr>
          <a:xfrm>
            <a:off x="1282865" y="5262735"/>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3041AA52-1F6D-0E2D-EF1A-54E0961D27B0}"/>
              </a:ext>
            </a:extLst>
          </p:cNvPr>
          <p:cNvCxnSpPr>
            <a:cxnSpLocks/>
          </p:cNvCxnSpPr>
          <p:nvPr/>
        </p:nvCxnSpPr>
        <p:spPr>
          <a:xfrm flipV="1">
            <a:off x="1717560" y="5266261"/>
            <a:ext cx="247791" cy="4766"/>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CDB2ADB2-47BE-BD26-FD81-2BD5A5B81D26}"/>
              </a:ext>
            </a:extLst>
          </p:cNvPr>
          <p:cNvCxnSpPr>
            <a:cxnSpLocks/>
            <a:stCxn id="15" idx="0"/>
          </p:cNvCxnSpPr>
          <p:nvPr/>
        </p:nvCxnSpPr>
        <p:spPr>
          <a:xfrm flipV="1">
            <a:off x="1187537" y="4048217"/>
            <a:ext cx="2123" cy="1006508"/>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DBC8F460-1AF7-12C0-1040-5491EC277DFE}"/>
              </a:ext>
            </a:extLst>
          </p:cNvPr>
          <p:cNvCxnSpPr>
            <a:cxnSpLocks/>
          </p:cNvCxnSpPr>
          <p:nvPr/>
        </p:nvCxnSpPr>
        <p:spPr>
          <a:xfrm flipH="1" flipV="1">
            <a:off x="1617907" y="5406507"/>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3BC7F543-EB47-B973-829C-EE701243DC1A}"/>
              </a:ext>
            </a:extLst>
          </p:cNvPr>
          <p:cNvCxnSpPr>
            <a:cxnSpLocks/>
          </p:cNvCxnSpPr>
          <p:nvPr/>
        </p:nvCxnSpPr>
        <p:spPr>
          <a:xfrm flipH="1" flipV="1">
            <a:off x="1186186" y="5412221"/>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E520BD65-D2B4-3F3E-1D93-13170CF5B4C2}"/>
              </a:ext>
            </a:extLst>
          </p:cNvPr>
          <p:cNvSpPr txBox="1"/>
          <p:nvPr/>
        </p:nvSpPr>
        <p:spPr>
          <a:xfrm>
            <a:off x="1052532" y="3759499"/>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cxnSp>
        <p:nvCxnSpPr>
          <p:cNvPr id="26" name="Connecteur droit avec flèche 25">
            <a:extLst>
              <a:ext uri="{FF2B5EF4-FFF2-40B4-BE49-F238E27FC236}">
                <a16:creationId xmlns:a16="http://schemas.microsoft.com/office/drawing/2014/main" id="{C977DFB6-7F6B-D0C9-8199-256D7327EAE6}"/>
              </a:ext>
            </a:extLst>
          </p:cNvPr>
          <p:cNvCxnSpPr>
            <a:cxnSpLocks/>
          </p:cNvCxnSpPr>
          <p:nvPr/>
        </p:nvCxnSpPr>
        <p:spPr>
          <a:xfrm>
            <a:off x="2157576" y="5197202"/>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FC91D62A-532E-C973-2B67-32A5BAD77149}"/>
              </a:ext>
            </a:extLst>
          </p:cNvPr>
          <p:cNvCxnSpPr>
            <a:cxnSpLocks/>
          </p:cNvCxnSpPr>
          <p:nvPr/>
        </p:nvCxnSpPr>
        <p:spPr>
          <a:xfrm>
            <a:off x="1284436" y="5193678"/>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ADD03521-F519-8D36-3E89-262E171587E2}"/>
              </a:ext>
            </a:extLst>
          </p:cNvPr>
          <p:cNvCxnSpPr>
            <a:cxnSpLocks/>
          </p:cNvCxnSpPr>
          <p:nvPr/>
        </p:nvCxnSpPr>
        <p:spPr>
          <a:xfrm flipV="1">
            <a:off x="1719131" y="5197203"/>
            <a:ext cx="247791" cy="4766"/>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373BE3AF-B11C-80A5-6A16-6F4A5C23013D}"/>
              </a:ext>
            </a:extLst>
          </p:cNvPr>
          <p:cNvCxnSpPr>
            <a:cxnSpLocks/>
          </p:cNvCxnSpPr>
          <p:nvPr/>
        </p:nvCxnSpPr>
        <p:spPr>
          <a:xfrm flipV="1">
            <a:off x="1623731" y="4220130"/>
            <a:ext cx="2123" cy="822578"/>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DF29FC9A-B91A-E242-0FD6-CEA6FFEE523F}"/>
              </a:ext>
            </a:extLst>
          </p:cNvPr>
          <p:cNvCxnSpPr>
            <a:cxnSpLocks/>
          </p:cNvCxnSpPr>
          <p:nvPr/>
        </p:nvCxnSpPr>
        <p:spPr>
          <a:xfrm flipV="1">
            <a:off x="2070773" y="4496706"/>
            <a:ext cx="2123" cy="548385"/>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ADA7AFA6-2896-F0EC-0089-C6027E1E0E55}"/>
              </a:ext>
            </a:extLst>
          </p:cNvPr>
          <p:cNvCxnSpPr>
            <a:cxnSpLocks/>
          </p:cNvCxnSpPr>
          <p:nvPr/>
        </p:nvCxnSpPr>
        <p:spPr>
          <a:xfrm flipV="1">
            <a:off x="2495374" y="4776217"/>
            <a:ext cx="2123" cy="274193"/>
          </a:xfrm>
          <a:prstGeom prst="straightConnector1">
            <a:avLst/>
          </a:prstGeom>
          <a:noFill/>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C8708507-EB26-FFE2-AC49-8058DC7A7539}"/>
              </a:ext>
            </a:extLst>
          </p:cNvPr>
          <p:cNvSpPr txBox="1"/>
          <p:nvPr/>
        </p:nvSpPr>
        <p:spPr>
          <a:xfrm>
            <a:off x="1478133" y="3938419"/>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34" name="ZoneTexte 33">
            <a:extLst>
              <a:ext uri="{FF2B5EF4-FFF2-40B4-BE49-F238E27FC236}">
                <a16:creationId xmlns:a16="http://schemas.microsoft.com/office/drawing/2014/main" id="{0D316CDC-16FA-EA63-8C72-85B48103E1D6}"/>
              </a:ext>
            </a:extLst>
          </p:cNvPr>
          <p:cNvSpPr txBox="1"/>
          <p:nvPr/>
        </p:nvSpPr>
        <p:spPr>
          <a:xfrm>
            <a:off x="1941875" y="4204367"/>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p:sp>
        <p:nvSpPr>
          <p:cNvPr id="35" name="ZoneTexte 34">
            <a:extLst>
              <a:ext uri="{FF2B5EF4-FFF2-40B4-BE49-F238E27FC236}">
                <a16:creationId xmlns:a16="http://schemas.microsoft.com/office/drawing/2014/main" id="{C808353A-C03A-08B0-FF7D-733350E4D054}"/>
              </a:ext>
            </a:extLst>
          </p:cNvPr>
          <p:cNvSpPr txBox="1"/>
          <p:nvPr/>
        </p:nvSpPr>
        <p:spPr>
          <a:xfrm>
            <a:off x="2377316" y="4487940"/>
            <a:ext cx="273488" cy="281300"/>
          </a:xfrm>
          <a:prstGeom prst="rect">
            <a:avLst/>
          </a:prstGeom>
          <a:solidFill>
            <a:srgbClr val="FFFF00">
              <a:alpha val="40000"/>
            </a:srgbClr>
          </a:solidFill>
          <a:ln w="6350">
            <a:solidFill>
              <a:schemeClr val="bg1">
                <a:lumMod val="75000"/>
              </a:schemeClr>
            </a:solidFill>
          </a:ln>
        </p:spPr>
        <p:txBody>
          <a:bodyPr wrap="square" rtlCol="0">
            <a:spAutoFit/>
          </a:bodyPr>
          <a:lstStyle/>
          <a:p>
            <a:pPr algn="ctr"/>
            <a:r>
              <a:rPr lang="en-GB" i="1" dirty="0">
                <a:solidFill>
                  <a:schemeClr val="accent1"/>
                </a:solidFill>
              </a:rPr>
              <a:t>f</a:t>
            </a:r>
          </a:p>
        </p:txBody>
      </p: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EA184C05-715B-47F5-E69C-EB590E57657D}"/>
                  </a:ext>
                </a:extLst>
              </p:cNvPr>
              <p:cNvSpPr txBox="1"/>
              <p:nvPr/>
            </p:nvSpPr>
            <p:spPr>
              <a:xfrm>
                <a:off x="1018664" y="4890390"/>
                <a:ext cx="175090"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36" name="ZoneTexte 35">
                <a:extLst>
                  <a:ext uri="{FF2B5EF4-FFF2-40B4-BE49-F238E27FC236}">
                    <a16:creationId xmlns:a16="http://schemas.microsoft.com/office/drawing/2014/main" id="{AE8E9C00-7A1B-C294-2969-B0250DE66FAA}"/>
                  </a:ext>
                </a:extLst>
              </p:cNvPr>
              <p:cNvSpPr txBox="1">
                <a:spLocks noRot="1" noChangeAspect="1" noMove="1" noResize="1" noEditPoints="1" noAdjustHandles="1" noChangeArrowheads="1" noChangeShapeType="1" noTextEdit="1"/>
              </p:cNvSpPr>
              <p:nvPr/>
            </p:nvSpPr>
            <p:spPr>
              <a:xfrm>
                <a:off x="1018664" y="4890390"/>
                <a:ext cx="175090" cy="164092"/>
              </a:xfrm>
              <a:prstGeom prst="rect">
                <a:avLst/>
              </a:prstGeom>
              <a:blipFill>
                <a:blip r:embed="rId5"/>
                <a:stretch>
                  <a:fillRect l="-40000" r="-13333"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B789D825-FA4F-FD59-ED5C-313F4978062D}"/>
                  </a:ext>
                </a:extLst>
              </p:cNvPr>
              <p:cNvSpPr txBox="1"/>
              <p:nvPr/>
            </p:nvSpPr>
            <p:spPr>
              <a:xfrm>
                <a:off x="1443016"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37" name="ZoneTexte 36">
                <a:extLst>
                  <a:ext uri="{FF2B5EF4-FFF2-40B4-BE49-F238E27FC236}">
                    <a16:creationId xmlns:a16="http://schemas.microsoft.com/office/drawing/2014/main" id="{6BCA5918-68AB-9AF9-6D3B-C79C41338FA9}"/>
                  </a:ext>
                </a:extLst>
              </p:cNvPr>
              <p:cNvSpPr txBox="1">
                <a:spLocks noRot="1" noChangeAspect="1" noMove="1" noResize="1" noEditPoints="1" noAdjustHandles="1" noChangeArrowheads="1" noChangeShapeType="1" noTextEdit="1"/>
              </p:cNvSpPr>
              <p:nvPr/>
            </p:nvSpPr>
            <p:spPr>
              <a:xfrm>
                <a:off x="1443016" y="4890390"/>
                <a:ext cx="178487" cy="164092"/>
              </a:xfrm>
              <a:prstGeom prst="rect">
                <a:avLst/>
              </a:prstGeom>
              <a:blipFill>
                <a:blip r:embed="rId6"/>
                <a:stretch>
                  <a:fillRect l="-33333" r="-200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2D85D958-3458-FC88-CACF-012D7B642CDB}"/>
                  </a:ext>
                </a:extLst>
              </p:cNvPr>
              <p:cNvSpPr txBox="1"/>
              <p:nvPr/>
            </p:nvSpPr>
            <p:spPr>
              <a:xfrm>
                <a:off x="1916113"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3</m:t>
                          </m:r>
                        </m:sub>
                      </m:sSub>
                    </m:oMath>
                  </m:oMathPara>
                </a14:m>
                <a:endParaRPr lang="en-GB" sz="1400" dirty="0">
                  <a:solidFill>
                    <a:schemeClr val="bg1">
                      <a:lumMod val="50000"/>
                    </a:schemeClr>
                  </a:solidFill>
                </a:endParaRPr>
              </a:p>
            </p:txBody>
          </p:sp>
        </mc:Choice>
        <mc:Fallback xmlns="">
          <p:sp>
            <p:nvSpPr>
              <p:cNvPr id="38" name="ZoneTexte 37">
                <a:extLst>
                  <a:ext uri="{FF2B5EF4-FFF2-40B4-BE49-F238E27FC236}">
                    <a16:creationId xmlns:a16="http://schemas.microsoft.com/office/drawing/2014/main" id="{CC854287-8597-CB70-8C37-0586BC0984DD}"/>
                  </a:ext>
                </a:extLst>
              </p:cNvPr>
              <p:cNvSpPr txBox="1">
                <a:spLocks noRot="1" noChangeAspect="1" noMove="1" noResize="1" noEditPoints="1" noAdjustHandles="1" noChangeArrowheads="1" noChangeShapeType="1" noTextEdit="1"/>
              </p:cNvSpPr>
              <p:nvPr/>
            </p:nvSpPr>
            <p:spPr>
              <a:xfrm>
                <a:off x="1916113" y="4890390"/>
                <a:ext cx="178487" cy="164092"/>
              </a:xfrm>
              <a:prstGeom prst="rect">
                <a:avLst/>
              </a:prstGeom>
              <a:blipFill>
                <a:blip r:embed="rId7"/>
                <a:stretch>
                  <a:fillRect l="-31250" r="-125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C29E959E-8DBC-F7EC-8A70-1C37A205DA59}"/>
                  </a:ext>
                </a:extLst>
              </p:cNvPr>
              <p:cNvSpPr txBox="1"/>
              <p:nvPr/>
            </p:nvSpPr>
            <p:spPr>
              <a:xfrm>
                <a:off x="2323397" y="4890390"/>
                <a:ext cx="178487" cy="1640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h</m:t>
                          </m:r>
                        </m:e>
                        <m:sub>
                          <m:r>
                            <a:rPr lang="fr-FR" sz="1400" b="0" i="1" smtClean="0">
                              <a:solidFill>
                                <a:schemeClr val="bg1">
                                  <a:lumMod val="50000"/>
                                </a:schemeClr>
                              </a:solidFill>
                              <a:latin typeface="Cambria Math" panose="02040503050406030204" pitchFamily="18" charset="0"/>
                            </a:rPr>
                            <m:t>4</m:t>
                          </m:r>
                        </m:sub>
                      </m:sSub>
                    </m:oMath>
                  </m:oMathPara>
                </a14:m>
                <a:endParaRPr lang="en-GB" sz="1400" dirty="0">
                  <a:solidFill>
                    <a:schemeClr val="bg1">
                      <a:lumMod val="50000"/>
                    </a:schemeClr>
                  </a:solidFill>
                </a:endParaRPr>
              </a:p>
            </p:txBody>
          </p:sp>
        </mc:Choice>
        <mc:Fallback xmlns="">
          <p:sp>
            <p:nvSpPr>
              <p:cNvPr id="39" name="ZoneTexte 38">
                <a:extLst>
                  <a:ext uri="{FF2B5EF4-FFF2-40B4-BE49-F238E27FC236}">
                    <a16:creationId xmlns:a16="http://schemas.microsoft.com/office/drawing/2014/main" id="{324E4FF0-B3E9-D4A3-8901-32BF2EC9934B}"/>
                  </a:ext>
                </a:extLst>
              </p:cNvPr>
              <p:cNvSpPr txBox="1">
                <a:spLocks noRot="1" noChangeAspect="1" noMove="1" noResize="1" noEditPoints="1" noAdjustHandles="1" noChangeArrowheads="1" noChangeShapeType="1" noTextEdit="1"/>
              </p:cNvSpPr>
              <p:nvPr/>
            </p:nvSpPr>
            <p:spPr>
              <a:xfrm>
                <a:off x="2323397" y="4890390"/>
                <a:ext cx="178487" cy="164092"/>
              </a:xfrm>
              <a:prstGeom prst="rect">
                <a:avLst/>
              </a:prstGeom>
              <a:blipFill>
                <a:blip r:embed="rId8"/>
                <a:stretch>
                  <a:fillRect l="-33333" r="-20000" b="-5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781F9C32-479D-B7EB-0332-4974FFE5540F}"/>
                  </a:ext>
                </a:extLst>
              </p:cNvPr>
              <p:cNvSpPr txBox="1"/>
              <p:nvPr/>
            </p:nvSpPr>
            <p:spPr>
              <a:xfrm>
                <a:off x="117381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1</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1" name="ZoneTexte 40">
                <a:extLst>
                  <a:ext uri="{FF2B5EF4-FFF2-40B4-BE49-F238E27FC236}">
                    <a16:creationId xmlns:a16="http://schemas.microsoft.com/office/drawing/2014/main" id="{B8D7DE3A-B33F-3DDA-74ED-0A8E3243D604}"/>
                  </a:ext>
                </a:extLst>
              </p:cNvPr>
              <p:cNvSpPr txBox="1">
                <a:spLocks noRot="1" noChangeAspect="1" noMove="1" noResize="1" noEditPoints="1" noAdjustHandles="1" noChangeArrowheads="1" noChangeShapeType="1" noTextEdit="1"/>
              </p:cNvSpPr>
              <p:nvPr/>
            </p:nvSpPr>
            <p:spPr>
              <a:xfrm>
                <a:off x="1173810" y="3605682"/>
                <a:ext cx="427340" cy="93767"/>
              </a:xfrm>
              <a:prstGeom prst="rect">
                <a:avLst/>
              </a:prstGeom>
              <a:blipFill>
                <a:blip r:embed="rId9"/>
                <a:stretch>
                  <a:fillRect l="-5714" t="-11111" r="-571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1DA2C37D-478D-31C7-E4F1-688857AA624D}"/>
                  </a:ext>
                </a:extLst>
              </p:cNvPr>
              <p:cNvSpPr txBox="1"/>
              <p:nvPr/>
            </p:nvSpPr>
            <p:spPr>
              <a:xfrm>
                <a:off x="160115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2</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2" name="ZoneTexte 41">
                <a:extLst>
                  <a:ext uri="{FF2B5EF4-FFF2-40B4-BE49-F238E27FC236}">
                    <a16:creationId xmlns:a16="http://schemas.microsoft.com/office/drawing/2014/main" id="{CA0B63E6-1661-0BF4-1302-AFED9E093FC8}"/>
                  </a:ext>
                </a:extLst>
              </p:cNvPr>
              <p:cNvSpPr txBox="1">
                <a:spLocks noRot="1" noChangeAspect="1" noMove="1" noResize="1" noEditPoints="1" noAdjustHandles="1" noChangeArrowheads="1" noChangeShapeType="1" noTextEdit="1"/>
              </p:cNvSpPr>
              <p:nvPr/>
            </p:nvSpPr>
            <p:spPr>
              <a:xfrm>
                <a:off x="1601150" y="3605682"/>
                <a:ext cx="427340" cy="93767"/>
              </a:xfrm>
              <a:prstGeom prst="rect">
                <a:avLst/>
              </a:prstGeom>
              <a:blipFill>
                <a:blip r:embed="rId10"/>
                <a:stretch>
                  <a:fillRect l="-8824" t="-11111" r="-882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01AC4732-0785-A041-AB5C-291F96005B5C}"/>
                  </a:ext>
                </a:extLst>
              </p:cNvPr>
              <p:cNvSpPr txBox="1"/>
              <p:nvPr/>
            </p:nvSpPr>
            <p:spPr>
              <a:xfrm>
                <a:off x="206047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3</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3" name="ZoneTexte 42">
                <a:extLst>
                  <a:ext uri="{FF2B5EF4-FFF2-40B4-BE49-F238E27FC236}">
                    <a16:creationId xmlns:a16="http://schemas.microsoft.com/office/drawing/2014/main" id="{47276744-F763-E509-9C5C-ADCB5C1EC569}"/>
                  </a:ext>
                </a:extLst>
              </p:cNvPr>
              <p:cNvSpPr txBox="1">
                <a:spLocks noRot="1" noChangeAspect="1" noMove="1" noResize="1" noEditPoints="1" noAdjustHandles="1" noChangeArrowheads="1" noChangeShapeType="1" noTextEdit="1"/>
              </p:cNvSpPr>
              <p:nvPr/>
            </p:nvSpPr>
            <p:spPr>
              <a:xfrm>
                <a:off x="2060470" y="3605682"/>
                <a:ext cx="427340" cy="93767"/>
              </a:xfrm>
              <a:prstGeom prst="rect">
                <a:avLst/>
              </a:prstGeom>
              <a:blipFill>
                <a:blip r:embed="rId11"/>
                <a:stretch>
                  <a:fillRect l="-8824" t="-11111" r="-8824" b="-6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5704EC8A-855E-3F66-983A-7DFE8FB1B0BE}"/>
                  </a:ext>
                </a:extLst>
              </p:cNvPr>
              <p:cNvSpPr txBox="1"/>
              <p:nvPr/>
            </p:nvSpPr>
            <p:spPr>
              <a:xfrm>
                <a:off x="2485950" y="3605682"/>
                <a:ext cx="427340" cy="937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800" b="0" i="1" smtClean="0">
                          <a:solidFill>
                            <a:schemeClr val="accent1"/>
                          </a:solidFill>
                          <a:latin typeface="Cambria Math" panose="02040503050406030204" pitchFamily="18" charset="0"/>
                        </a:rPr>
                        <m:t>𝑓</m:t>
                      </m:r>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h</m:t>
                          </m:r>
                        </m:e>
                        <m:sub>
                          <m:r>
                            <a:rPr lang="fr-FR" sz="800" b="0" i="1" smtClean="0">
                              <a:solidFill>
                                <a:schemeClr val="accent1"/>
                              </a:solidFill>
                              <a:latin typeface="Cambria Math" panose="02040503050406030204" pitchFamily="18" charset="0"/>
                            </a:rPr>
                            <m:t>4</m:t>
                          </m:r>
                        </m:sub>
                      </m:sSub>
                      <m:r>
                        <a:rPr lang="fr-FR" sz="800" b="0" i="1" smtClean="0">
                          <a:solidFill>
                            <a:schemeClr val="accent1"/>
                          </a:solidFill>
                          <a:latin typeface="Cambria Math" panose="02040503050406030204" pitchFamily="18" charset="0"/>
                        </a:rPr>
                        <m:t>,</m:t>
                      </m:r>
                      <m:sSub>
                        <m:sSubPr>
                          <m:ctrlPr>
                            <a:rPr lang="fr-FR" sz="800" b="0" i="1" smtClean="0">
                              <a:solidFill>
                                <a:schemeClr val="accent1"/>
                              </a:solidFill>
                              <a:latin typeface="Cambria Math" panose="02040503050406030204" pitchFamily="18" charset="0"/>
                            </a:rPr>
                          </m:ctrlPr>
                        </m:sSubPr>
                        <m:e>
                          <m:r>
                            <a:rPr lang="fr-FR" sz="800" b="0" i="1" smtClean="0">
                              <a:solidFill>
                                <a:schemeClr val="accent1"/>
                              </a:solidFill>
                              <a:latin typeface="Cambria Math" panose="02040503050406030204" pitchFamily="18" charset="0"/>
                            </a:rPr>
                            <m:t>𝑠</m:t>
                          </m:r>
                        </m:e>
                        <m:sub>
                          <m:r>
                            <a:rPr lang="fr-FR" sz="800" b="0" i="1" smtClean="0">
                              <a:solidFill>
                                <a:schemeClr val="accent1"/>
                              </a:solidFill>
                              <a:latin typeface="Cambria Math" panose="02040503050406030204" pitchFamily="18" charset="0"/>
                            </a:rPr>
                            <m:t>0</m:t>
                          </m:r>
                        </m:sub>
                      </m:sSub>
                      <m:r>
                        <a:rPr lang="fr-FR" sz="800" b="0" i="1" smtClean="0">
                          <a:solidFill>
                            <a:schemeClr val="accent1"/>
                          </a:solidFill>
                          <a:latin typeface="Cambria Math" panose="02040503050406030204" pitchFamily="18" charset="0"/>
                        </a:rPr>
                        <m:t>)</m:t>
                      </m:r>
                    </m:oMath>
                  </m:oMathPara>
                </a14:m>
                <a:endParaRPr lang="en-GB" sz="800" dirty="0">
                  <a:solidFill>
                    <a:schemeClr val="accent1"/>
                  </a:solidFill>
                </a:endParaRPr>
              </a:p>
            </p:txBody>
          </p:sp>
        </mc:Choice>
        <mc:Fallback xmlns="">
          <p:sp>
            <p:nvSpPr>
              <p:cNvPr id="44" name="ZoneTexte 43">
                <a:extLst>
                  <a:ext uri="{FF2B5EF4-FFF2-40B4-BE49-F238E27FC236}">
                    <a16:creationId xmlns:a16="http://schemas.microsoft.com/office/drawing/2014/main" id="{CA902CE0-9004-D07C-F8FF-08994DB04810}"/>
                  </a:ext>
                </a:extLst>
              </p:cNvPr>
              <p:cNvSpPr txBox="1">
                <a:spLocks noRot="1" noChangeAspect="1" noMove="1" noResize="1" noEditPoints="1" noAdjustHandles="1" noChangeArrowheads="1" noChangeShapeType="1" noTextEdit="1"/>
              </p:cNvSpPr>
              <p:nvPr/>
            </p:nvSpPr>
            <p:spPr>
              <a:xfrm>
                <a:off x="2485950" y="3605682"/>
                <a:ext cx="427340" cy="93767"/>
              </a:xfrm>
              <a:prstGeom prst="rect">
                <a:avLst/>
              </a:prstGeom>
              <a:blipFill>
                <a:blip r:embed="rId12"/>
                <a:stretch>
                  <a:fillRect l="-5714" t="-11111" r="-5714" b="-66667"/>
                </a:stretch>
              </a:blipFill>
            </p:spPr>
            <p:txBody>
              <a:bodyPr/>
              <a:lstStyle/>
              <a:p>
                <a:r>
                  <a:rPr lang="en-GB">
                    <a:noFill/>
                  </a:rPr>
                  <a:t> </a:t>
                </a:r>
              </a:p>
            </p:txBody>
          </p:sp>
        </mc:Fallback>
      </mc:AlternateContent>
      <p:cxnSp>
        <p:nvCxnSpPr>
          <p:cNvPr id="45" name="Connecteur droit avec flèche 44">
            <a:extLst>
              <a:ext uri="{FF2B5EF4-FFF2-40B4-BE49-F238E27FC236}">
                <a16:creationId xmlns:a16="http://schemas.microsoft.com/office/drawing/2014/main" id="{1C6A68B4-AEB0-6B61-3B04-3E9C3B9E762C}"/>
              </a:ext>
            </a:extLst>
          </p:cNvPr>
          <p:cNvCxnSpPr>
            <a:cxnSpLocks/>
          </p:cNvCxnSpPr>
          <p:nvPr/>
        </p:nvCxnSpPr>
        <p:spPr>
          <a:xfrm flipV="1">
            <a:off x="1193754" y="3550516"/>
            <a:ext cx="2123" cy="191935"/>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85DB94DF-B041-410D-FF7E-ED913D28A0B9}"/>
              </a:ext>
            </a:extLst>
          </p:cNvPr>
          <p:cNvCxnSpPr>
            <a:cxnSpLocks/>
          </p:cNvCxnSpPr>
          <p:nvPr/>
        </p:nvCxnSpPr>
        <p:spPr>
          <a:xfrm flipV="1">
            <a:off x="1621503" y="3550517"/>
            <a:ext cx="2123" cy="383869"/>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6B55DD0E-7090-55BF-8008-6C26C6F43F3A}"/>
              </a:ext>
            </a:extLst>
          </p:cNvPr>
          <p:cNvCxnSpPr>
            <a:cxnSpLocks/>
          </p:cNvCxnSpPr>
          <p:nvPr/>
        </p:nvCxnSpPr>
        <p:spPr>
          <a:xfrm flipV="1">
            <a:off x="2088426" y="3550516"/>
            <a:ext cx="2123" cy="658062"/>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E9C7359A-4684-B537-4336-988299BF9940}"/>
              </a:ext>
            </a:extLst>
          </p:cNvPr>
          <p:cNvCxnSpPr>
            <a:cxnSpLocks/>
          </p:cNvCxnSpPr>
          <p:nvPr/>
        </p:nvCxnSpPr>
        <p:spPr>
          <a:xfrm flipV="1">
            <a:off x="2511937" y="3550516"/>
            <a:ext cx="2123" cy="932255"/>
          </a:xfrm>
          <a:prstGeom prst="straightConnector1">
            <a:avLst/>
          </a:prstGeom>
          <a:noFill/>
          <a:ln w="9525">
            <a:solidFill>
              <a:srgbClr val="C0000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496217C1-E397-3E07-7405-0BCFEAE12752}"/>
              </a:ext>
            </a:extLst>
          </p:cNvPr>
          <p:cNvCxnSpPr>
            <a:cxnSpLocks/>
          </p:cNvCxnSpPr>
          <p:nvPr/>
        </p:nvCxnSpPr>
        <p:spPr>
          <a:xfrm flipV="1">
            <a:off x="1196620" y="3157749"/>
            <a:ext cx="0"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0" name="Connecteur droit avec flèche 49">
            <a:extLst>
              <a:ext uri="{FF2B5EF4-FFF2-40B4-BE49-F238E27FC236}">
                <a16:creationId xmlns:a16="http://schemas.microsoft.com/office/drawing/2014/main" id="{C6F92A02-4F66-6A09-6137-447A7D1EA472}"/>
              </a:ext>
            </a:extLst>
          </p:cNvPr>
          <p:cNvCxnSpPr>
            <a:cxnSpLocks/>
          </p:cNvCxnSpPr>
          <p:nvPr/>
        </p:nvCxnSpPr>
        <p:spPr>
          <a:xfrm flipV="1">
            <a:off x="1618620" y="3157749"/>
            <a:ext cx="0"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BE88461F-F693-19E6-3ED5-9B718050816A}"/>
              </a:ext>
            </a:extLst>
          </p:cNvPr>
          <p:cNvCxnSpPr>
            <a:cxnSpLocks/>
          </p:cNvCxnSpPr>
          <p:nvPr/>
        </p:nvCxnSpPr>
        <p:spPr>
          <a:xfrm flipV="1">
            <a:off x="2089791" y="3157749"/>
            <a:ext cx="2124"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3A0467F6-BF8D-9565-1A35-132F5817C990}"/>
              </a:ext>
            </a:extLst>
          </p:cNvPr>
          <p:cNvCxnSpPr>
            <a:cxnSpLocks/>
          </p:cNvCxnSpPr>
          <p:nvPr/>
        </p:nvCxnSpPr>
        <p:spPr>
          <a:xfrm flipV="1">
            <a:off x="2501884" y="3157749"/>
            <a:ext cx="2398" cy="191935"/>
          </a:xfrm>
          <a:prstGeom prst="straightConnector1">
            <a:avLst/>
          </a:prstGeom>
          <a:noFill/>
          <a:ln w="9525">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2ED3991D-282D-FD57-D58C-AE46FA90CDAF}"/>
                  </a:ext>
                </a:extLst>
              </p:cNvPr>
              <p:cNvSpPr txBox="1">
                <a:spLocks noChangeAspect="1"/>
              </p:cNvSpPr>
              <p:nvPr/>
            </p:nvSpPr>
            <p:spPr>
              <a:xfrm>
                <a:off x="1115081" y="2981414"/>
                <a:ext cx="228819" cy="1464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1,0</m:t>
                          </m:r>
                        </m:sub>
                      </m:sSub>
                    </m:oMath>
                  </m:oMathPara>
                </a14:m>
                <a:endParaRPr lang="en-GB" sz="1200" dirty="0"/>
              </a:p>
            </p:txBody>
          </p:sp>
        </mc:Choice>
        <mc:Fallback xmlns="">
          <p:sp>
            <p:nvSpPr>
              <p:cNvPr id="53" name="ZoneTexte 52">
                <a:extLst>
                  <a:ext uri="{FF2B5EF4-FFF2-40B4-BE49-F238E27FC236}">
                    <a16:creationId xmlns:a16="http://schemas.microsoft.com/office/drawing/2014/main" id="{895CFFA3-5F75-DE92-BEA2-52A8CAA2BB46}"/>
                  </a:ext>
                </a:extLst>
              </p:cNvPr>
              <p:cNvSpPr txBox="1">
                <a:spLocks noRot="1" noChangeAspect="1" noMove="1" noResize="1" noEditPoints="1" noAdjustHandles="1" noChangeArrowheads="1" noChangeShapeType="1" noTextEdit="1"/>
              </p:cNvSpPr>
              <p:nvPr/>
            </p:nvSpPr>
            <p:spPr>
              <a:xfrm>
                <a:off x="1115081" y="2981414"/>
                <a:ext cx="228819" cy="146409"/>
              </a:xfrm>
              <a:prstGeom prst="rect">
                <a:avLst/>
              </a:prstGeom>
              <a:blipFill>
                <a:blip r:embed="rId13"/>
                <a:stretch>
                  <a:fillRect l="-15789" r="-21053" b="-3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E9DD21AF-88A6-7715-503A-D6A1A43D4C78}"/>
                  </a:ext>
                </a:extLst>
              </p:cNvPr>
              <p:cNvSpPr txBox="1">
                <a:spLocks noChangeAspect="1"/>
              </p:cNvSpPr>
              <p:nvPr/>
            </p:nvSpPr>
            <p:spPr>
              <a:xfrm>
                <a:off x="1498349" y="2977584"/>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2,0</m:t>
                          </m:r>
                        </m:sub>
                      </m:sSub>
                    </m:oMath>
                  </m:oMathPara>
                </a14:m>
                <a:endParaRPr lang="en-GB" sz="1200" dirty="0"/>
              </a:p>
            </p:txBody>
          </p:sp>
        </mc:Choice>
        <mc:Fallback xmlns="">
          <p:sp>
            <p:nvSpPr>
              <p:cNvPr id="54" name="ZoneTexte 53">
                <a:extLst>
                  <a:ext uri="{FF2B5EF4-FFF2-40B4-BE49-F238E27FC236}">
                    <a16:creationId xmlns:a16="http://schemas.microsoft.com/office/drawing/2014/main" id="{45854FC1-31C5-3C8B-9ED7-044FD2983305}"/>
                  </a:ext>
                </a:extLst>
              </p:cNvPr>
              <p:cNvSpPr txBox="1">
                <a:spLocks noRot="1" noChangeAspect="1" noMove="1" noResize="1" noEditPoints="1" noAdjustHandles="1" noChangeArrowheads="1" noChangeShapeType="1" noTextEdit="1"/>
              </p:cNvSpPr>
              <p:nvPr/>
            </p:nvSpPr>
            <p:spPr>
              <a:xfrm>
                <a:off x="1498349" y="2977584"/>
                <a:ext cx="232514" cy="146901"/>
              </a:xfrm>
              <a:prstGeom prst="rect">
                <a:avLst/>
              </a:prstGeom>
              <a:blipFill>
                <a:blip r:embed="rId14"/>
                <a:stretch>
                  <a:fillRect l="-21053" r="-21053" b="-3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1B2942FB-E893-B2D3-5456-637682CCF113}"/>
                  </a:ext>
                </a:extLst>
              </p:cNvPr>
              <p:cNvSpPr txBox="1">
                <a:spLocks noChangeAspect="1"/>
              </p:cNvSpPr>
              <p:nvPr/>
            </p:nvSpPr>
            <p:spPr>
              <a:xfrm>
                <a:off x="1938647" y="2996356"/>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3,0</m:t>
                          </m:r>
                        </m:sub>
                      </m:sSub>
                    </m:oMath>
                  </m:oMathPara>
                </a14:m>
                <a:endParaRPr lang="en-GB" sz="1200" dirty="0"/>
              </a:p>
            </p:txBody>
          </p:sp>
        </mc:Choice>
        <mc:Fallback xmlns="">
          <p:sp>
            <p:nvSpPr>
              <p:cNvPr id="55" name="ZoneTexte 54">
                <a:extLst>
                  <a:ext uri="{FF2B5EF4-FFF2-40B4-BE49-F238E27FC236}">
                    <a16:creationId xmlns:a16="http://schemas.microsoft.com/office/drawing/2014/main" id="{9EC75032-3C04-1E24-91EB-9DFF1F74837C}"/>
                  </a:ext>
                </a:extLst>
              </p:cNvPr>
              <p:cNvSpPr txBox="1">
                <a:spLocks noRot="1" noChangeAspect="1" noMove="1" noResize="1" noEditPoints="1" noAdjustHandles="1" noChangeArrowheads="1" noChangeShapeType="1" noTextEdit="1"/>
              </p:cNvSpPr>
              <p:nvPr/>
            </p:nvSpPr>
            <p:spPr>
              <a:xfrm>
                <a:off x="1938647" y="2996356"/>
                <a:ext cx="232514" cy="146901"/>
              </a:xfrm>
              <a:prstGeom prst="rect">
                <a:avLst/>
              </a:prstGeom>
              <a:blipFill>
                <a:blip r:embed="rId15"/>
                <a:stretch>
                  <a:fillRect l="-15789" r="-26316" b="-41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ZoneTexte 55">
                <a:extLst>
                  <a:ext uri="{FF2B5EF4-FFF2-40B4-BE49-F238E27FC236}">
                    <a16:creationId xmlns:a16="http://schemas.microsoft.com/office/drawing/2014/main" id="{C92B8B1F-7EA9-D9F5-5A05-51778A5F899C}"/>
                  </a:ext>
                </a:extLst>
              </p:cNvPr>
              <p:cNvSpPr txBox="1">
                <a:spLocks noChangeAspect="1"/>
              </p:cNvSpPr>
              <p:nvPr/>
            </p:nvSpPr>
            <p:spPr>
              <a:xfrm>
                <a:off x="2379117" y="2998833"/>
                <a:ext cx="232514" cy="1469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200" b="0" i="1" smtClean="0">
                              <a:latin typeface="Cambria Math" panose="02040503050406030204" pitchFamily="18" charset="0"/>
                            </a:rPr>
                          </m:ctrlPr>
                        </m:sSubPr>
                        <m:e>
                          <m:r>
                            <a:rPr lang="fr-FR" sz="1200" b="0" i="1" smtClean="0">
                              <a:latin typeface="Cambria Math" panose="02040503050406030204" pitchFamily="18" charset="0"/>
                            </a:rPr>
                            <m:t>𝛼</m:t>
                          </m:r>
                        </m:e>
                        <m:sub>
                          <m:r>
                            <a:rPr lang="fr-FR" sz="1200" b="0" i="1" smtClean="0">
                              <a:latin typeface="Cambria Math" panose="02040503050406030204" pitchFamily="18" charset="0"/>
                            </a:rPr>
                            <m:t>4,0</m:t>
                          </m:r>
                        </m:sub>
                      </m:sSub>
                    </m:oMath>
                  </m:oMathPara>
                </a14:m>
                <a:endParaRPr lang="en-GB" sz="1200" dirty="0"/>
              </a:p>
            </p:txBody>
          </p:sp>
        </mc:Choice>
        <mc:Fallback xmlns="">
          <p:sp>
            <p:nvSpPr>
              <p:cNvPr id="56" name="ZoneTexte 55">
                <a:extLst>
                  <a:ext uri="{FF2B5EF4-FFF2-40B4-BE49-F238E27FC236}">
                    <a16:creationId xmlns:a16="http://schemas.microsoft.com/office/drawing/2014/main" id="{CBCB8CF7-D202-6CA0-9B81-8054F7161DD3}"/>
                  </a:ext>
                </a:extLst>
              </p:cNvPr>
              <p:cNvSpPr txBox="1">
                <a:spLocks noRot="1" noChangeAspect="1" noMove="1" noResize="1" noEditPoints="1" noAdjustHandles="1" noChangeArrowheads="1" noChangeShapeType="1" noTextEdit="1"/>
              </p:cNvSpPr>
              <p:nvPr/>
            </p:nvSpPr>
            <p:spPr>
              <a:xfrm>
                <a:off x="2379117" y="2998833"/>
                <a:ext cx="232514" cy="146901"/>
              </a:xfrm>
              <a:prstGeom prst="rect">
                <a:avLst/>
              </a:prstGeom>
              <a:blipFill>
                <a:blip r:embed="rId16"/>
                <a:stretch>
                  <a:fillRect l="-15789" r="-21053" b="-41667"/>
                </a:stretch>
              </a:blipFill>
            </p:spPr>
            <p:txBody>
              <a:bodyPr/>
              <a:lstStyle/>
              <a:p>
                <a:r>
                  <a:rPr lang="en-GB">
                    <a:noFill/>
                  </a:rPr>
                  <a:t> </a:t>
                </a:r>
              </a:p>
            </p:txBody>
          </p:sp>
        </mc:Fallback>
      </mc:AlternateContent>
      <p:sp>
        <p:nvSpPr>
          <p:cNvPr id="57" name="Accolade fermante 56">
            <a:extLst>
              <a:ext uri="{FF2B5EF4-FFF2-40B4-BE49-F238E27FC236}">
                <a16:creationId xmlns:a16="http://schemas.microsoft.com/office/drawing/2014/main" id="{C62F2B96-7198-B4BD-FB1E-3AE58A344877}"/>
              </a:ext>
            </a:extLst>
          </p:cNvPr>
          <p:cNvSpPr/>
          <p:nvPr/>
        </p:nvSpPr>
        <p:spPr>
          <a:xfrm>
            <a:off x="2727725" y="2948810"/>
            <a:ext cx="159819" cy="329340"/>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8" name="ZoneTexte 57">
                <a:extLst>
                  <a:ext uri="{FF2B5EF4-FFF2-40B4-BE49-F238E27FC236}">
                    <a16:creationId xmlns:a16="http://schemas.microsoft.com/office/drawing/2014/main" id="{71136AB2-FF52-63D7-0D8D-469C07A754F2}"/>
                  </a:ext>
                </a:extLst>
              </p:cNvPr>
              <p:cNvSpPr txBox="1"/>
              <p:nvPr/>
            </p:nvSpPr>
            <p:spPr>
              <a:xfrm>
                <a:off x="3030179" y="2990115"/>
                <a:ext cx="1024785" cy="22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𝑐</m:t>
                          </m:r>
                        </m:e>
                        <m:sub>
                          <m:r>
                            <a:rPr lang="fr-FR" b="0" i="1" smtClean="0">
                              <a:solidFill>
                                <a:schemeClr val="accent1"/>
                              </a:solidFill>
                              <a:latin typeface="Cambria Math" panose="02040503050406030204" pitchFamily="18" charset="0"/>
                            </a:rPr>
                            <m:t>𝑗</m:t>
                          </m:r>
                        </m:sub>
                      </m:sSub>
                      <m:r>
                        <a:rPr lang="fr-FR" b="0" i="1" smtClean="0">
                          <a:solidFill>
                            <a:schemeClr val="accent1"/>
                          </a:solidFill>
                          <a:latin typeface="Cambria Math" panose="02040503050406030204" pitchFamily="18" charset="0"/>
                        </a:rPr>
                        <m:t>=</m:t>
                      </m:r>
                      <m:sSub>
                        <m:sSubPr>
                          <m:ctrlPr>
                            <a:rPr lang="fr-FR" b="0"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panose="02040503050406030204" pitchFamily="18" charset="0"/>
                            </a:rPr>
                            <m:t>Σ</m:t>
                          </m:r>
                        </m:e>
                        <m:sub>
                          <m:r>
                            <a:rPr lang="fr-FR" b="0" i="1" smtClean="0">
                              <a:solidFill>
                                <a:schemeClr val="accent1"/>
                              </a:solidFill>
                              <a:latin typeface="Cambria Math" panose="02040503050406030204" pitchFamily="18" charset="0"/>
                            </a:rPr>
                            <m:t>𝑖</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𝛼</m:t>
                          </m:r>
                        </m:e>
                        <m:sub>
                          <m:r>
                            <a:rPr lang="fr-FR" b="0" i="1" smtClean="0">
                              <a:solidFill>
                                <a:schemeClr val="accent1"/>
                              </a:solidFill>
                              <a:latin typeface="Cambria Math" panose="02040503050406030204" pitchFamily="18" charset="0"/>
                            </a:rPr>
                            <m:t>𝑖</m:t>
                          </m:r>
                          <m:r>
                            <a:rPr lang="fr-FR" b="0" i="1" smtClean="0">
                              <a:solidFill>
                                <a:schemeClr val="accent1"/>
                              </a:solidFill>
                              <a:latin typeface="Cambria Math" panose="02040503050406030204" pitchFamily="18" charset="0"/>
                            </a:rPr>
                            <m:t>,</m:t>
                          </m:r>
                          <m:r>
                            <a:rPr lang="fr-FR" b="0" i="1" smtClean="0">
                              <a:solidFill>
                                <a:schemeClr val="accent1"/>
                              </a:solidFill>
                              <a:latin typeface="Cambria Math" panose="02040503050406030204" pitchFamily="18" charset="0"/>
                            </a:rPr>
                            <m:t>𝑗</m:t>
                          </m:r>
                        </m:sub>
                      </m:sSub>
                      <m:sSub>
                        <m:sSubPr>
                          <m:ctrlPr>
                            <a:rPr lang="fr-FR" b="0" i="1" smtClean="0">
                              <a:solidFill>
                                <a:schemeClr val="accent1"/>
                              </a:solidFill>
                              <a:latin typeface="Cambria Math" panose="02040503050406030204" pitchFamily="18" charset="0"/>
                            </a:rPr>
                          </m:ctrlPr>
                        </m:sSubPr>
                        <m:e>
                          <m:r>
                            <a:rPr lang="fr-FR" b="0" i="1" smtClean="0">
                              <a:solidFill>
                                <a:schemeClr val="accent1"/>
                              </a:solidFill>
                              <a:latin typeface="Cambria Math" panose="02040503050406030204" pitchFamily="18" charset="0"/>
                            </a:rPr>
                            <m:t>h</m:t>
                          </m:r>
                        </m:e>
                        <m:sub>
                          <m:r>
                            <a:rPr lang="fr-FR" b="0" i="1" smtClean="0">
                              <a:solidFill>
                                <a:schemeClr val="accent1"/>
                              </a:solidFill>
                              <a:latin typeface="Cambria Math" panose="02040503050406030204" pitchFamily="18" charset="0"/>
                            </a:rPr>
                            <m:t>𝑖</m:t>
                          </m:r>
                        </m:sub>
                      </m:sSub>
                    </m:oMath>
                  </m:oMathPara>
                </a14:m>
                <a:endParaRPr lang="en-GB" dirty="0">
                  <a:solidFill>
                    <a:schemeClr val="accent1"/>
                  </a:solidFill>
                </a:endParaRPr>
              </a:p>
            </p:txBody>
          </p:sp>
        </mc:Choice>
        <mc:Fallback xmlns="">
          <p:sp>
            <p:nvSpPr>
              <p:cNvPr id="58" name="ZoneTexte 57">
                <a:extLst>
                  <a:ext uri="{FF2B5EF4-FFF2-40B4-BE49-F238E27FC236}">
                    <a16:creationId xmlns:a16="http://schemas.microsoft.com/office/drawing/2014/main" id="{5C387F04-AE65-F2AC-33CF-8086F5337F81}"/>
                  </a:ext>
                </a:extLst>
              </p:cNvPr>
              <p:cNvSpPr txBox="1">
                <a:spLocks noRot="1" noChangeAspect="1" noMove="1" noResize="1" noEditPoints="1" noAdjustHandles="1" noChangeArrowheads="1" noChangeShapeType="1" noTextEdit="1"/>
              </p:cNvSpPr>
              <p:nvPr/>
            </p:nvSpPr>
            <p:spPr>
              <a:xfrm>
                <a:off x="3030179" y="2990115"/>
                <a:ext cx="1024785" cy="227971"/>
              </a:xfrm>
              <a:prstGeom prst="rect">
                <a:avLst/>
              </a:prstGeom>
              <a:blipFill>
                <a:blip r:embed="rId17"/>
                <a:stretch>
                  <a:fillRect l="-6098" r="-20732" b="-63158"/>
                </a:stretch>
              </a:blipFill>
            </p:spPr>
            <p:txBody>
              <a:bodyPr/>
              <a:lstStyle/>
              <a:p>
                <a:r>
                  <a:rPr lang="en-GB">
                    <a:noFill/>
                  </a:rPr>
                  <a:t> </a:t>
                </a:r>
              </a:p>
            </p:txBody>
          </p:sp>
        </mc:Fallback>
      </mc:AlternateContent>
      <p:cxnSp>
        <p:nvCxnSpPr>
          <p:cNvPr id="63" name="Connecteur en angle 62">
            <a:extLst>
              <a:ext uri="{FF2B5EF4-FFF2-40B4-BE49-F238E27FC236}">
                <a16:creationId xmlns:a16="http://schemas.microsoft.com/office/drawing/2014/main" id="{8B611E68-C1AB-A5DA-CF5B-AB342BC51120}"/>
              </a:ext>
            </a:extLst>
          </p:cNvPr>
          <p:cNvCxnSpPr>
            <a:cxnSpLocks/>
            <a:stCxn id="92" idx="0"/>
            <a:endCxn id="35" idx="3"/>
          </p:cNvCxnSpPr>
          <p:nvPr/>
        </p:nvCxnSpPr>
        <p:spPr>
          <a:xfrm rot="16200000" flipV="1">
            <a:off x="2614056" y="4665339"/>
            <a:ext cx="399081" cy="325584"/>
          </a:xfrm>
          <a:prstGeom prst="bentConnector2">
            <a:avLst/>
          </a:prstGeom>
          <a:ln w="9525">
            <a:solidFill>
              <a:schemeClr val="bg1">
                <a:lumMod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4" name="Connecteur en angle 63">
            <a:extLst>
              <a:ext uri="{FF2B5EF4-FFF2-40B4-BE49-F238E27FC236}">
                <a16:creationId xmlns:a16="http://schemas.microsoft.com/office/drawing/2014/main" id="{BB5B1B6C-DE87-71C3-5975-D2B8985BBA3F}"/>
              </a:ext>
            </a:extLst>
          </p:cNvPr>
          <p:cNvCxnSpPr>
            <a:cxnSpLocks/>
            <a:stCxn id="92" idx="0"/>
          </p:cNvCxnSpPr>
          <p:nvPr/>
        </p:nvCxnSpPr>
        <p:spPr>
          <a:xfrm rot="16200000" flipV="1">
            <a:off x="2254550" y="4305833"/>
            <a:ext cx="682655" cy="761022"/>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5" name="Connecteur en angle 64">
            <a:extLst>
              <a:ext uri="{FF2B5EF4-FFF2-40B4-BE49-F238E27FC236}">
                <a16:creationId xmlns:a16="http://schemas.microsoft.com/office/drawing/2014/main" id="{BDFAE326-3676-1994-6D1A-DDB879374BF5}"/>
              </a:ext>
            </a:extLst>
          </p:cNvPr>
          <p:cNvCxnSpPr>
            <a:cxnSpLocks/>
            <a:stCxn id="92" idx="0"/>
          </p:cNvCxnSpPr>
          <p:nvPr/>
        </p:nvCxnSpPr>
        <p:spPr>
          <a:xfrm rot="16200000" flipV="1">
            <a:off x="1889706" y="3940989"/>
            <a:ext cx="948601" cy="1224764"/>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6" name="Connecteur en angle 65">
            <a:extLst>
              <a:ext uri="{FF2B5EF4-FFF2-40B4-BE49-F238E27FC236}">
                <a16:creationId xmlns:a16="http://schemas.microsoft.com/office/drawing/2014/main" id="{ECEED3A6-9889-10FA-0C6A-F76B673A35EC}"/>
              </a:ext>
            </a:extLst>
          </p:cNvPr>
          <p:cNvCxnSpPr>
            <a:cxnSpLocks/>
            <a:stCxn id="92" idx="0"/>
          </p:cNvCxnSpPr>
          <p:nvPr/>
        </p:nvCxnSpPr>
        <p:spPr>
          <a:xfrm rot="16200000" flipV="1">
            <a:off x="1587445" y="3638728"/>
            <a:ext cx="1127520" cy="1650366"/>
          </a:xfrm>
          <a:prstGeom prst="bentConnector2">
            <a:avLst/>
          </a:prstGeom>
          <a:ln w="9525">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7A3A836C-409C-9F06-DC79-73EA25F792D3}"/>
                  </a:ext>
                </a:extLst>
              </p:cNvPr>
              <p:cNvSpPr txBox="1"/>
              <p:nvPr/>
            </p:nvSpPr>
            <p:spPr>
              <a:xfrm>
                <a:off x="2671301" y="5311245"/>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67" name="ZoneTexte 66">
                <a:extLst>
                  <a:ext uri="{FF2B5EF4-FFF2-40B4-BE49-F238E27FC236}">
                    <a16:creationId xmlns:a16="http://schemas.microsoft.com/office/drawing/2014/main" id="{20AE742E-D8D4-021B-147B-BD6AAAC6E83E}"/>
                  </a:ext>
                </a:extLst>
              </p:cNvPr>
              <p:cNvSpPr txBox="1">
                <a:spLocks noRot="1" noChangeAspect="1" noMove="1" noResize="1" noEditPoints="1" noAdjustHandles="1" noChangeArrowheads="1" noChangeShapeType="1" noTextEdit="1"/>
              </p:cNvSpPr>
              <p:nvPr/>
            </p:nvSpPr>
            <p:spPr>
              <a:xfrm>
                <a:off x="2671301" y="5311245"/>
                <a:ext cx="161871" cy="215444"/>
              </a:xfrm>
              <a:prstGeom prst="rect">
                <a:avLst/>
              </a:prstGeom>
              <a:blipFill>
                <a:blip r:embed="rId18"/>
                <a:stretch>
                  <a:fillRect l="-28571"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542CFB98-E7B9-EA15-144F-B78B88D98F0D}"/>
                  </a:ext>
                </a:extLst>
              </p:cNvPr>
              <p:cNvSpPr txBox="1"/>
              <p:nvPr/>
            </p:nvSpPr>
            <p:spPr>
              <a:xfrm>
                <a:off x="1992759"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𝑖𝑠</m:t>
                      </m:r>
                    </m:oMath>
                  </m:oMathPara>
                </a14:m>
                <a:endParaRPr lang="en-GB" sz="600" dirty="0"/>
              </a:p>
            </p:txBody>
          </p:sp>
        </mc:Choice>
        <mc:Fallback xmlns="">
          <p:sp>
            <p:nvSpPr>
              <p:cNvPr id="69" name="ZoneTexte 68">
                <a:extLst>
                  <a:ext uri="{FF2B5EF4-FFF2-40B4-BE49-F238E27FC236}">
                    <a16:creationId xmlns:a16="http://schemas.microsoft.com/office/drawing/2014/main" id="{E76FD3E6-CBBC-A708-2C88-5117317A1067}"/>
                  </a:ext>
                </a:extLst>
              </p:cNvPr>
              <p:cNvSpPr txBox="1">
                <a:spLocks noRot="1" noChangeAspect="1" noMove="1" noResize="1" noEditPoints="1" noAdjustHandles="1" noChangeArrowheads="1" noChangeShapeType="1" noTextEdit="1"/>
              </p:cNvSpPr>
              <p:nvPr/>
            </p:nvSpPr>
            <p:spPr>
              <a:xfrm>
                <a:off x="1992759" y="6088516"/>
                <a:ext cx="144914" cy="94481"/>
              </a:xfrm>
              <a:prstGeom prst="rect">
                <a:avLst/>
              </a:prstGeom>
              <a:blipFill>
                <a:blip r:embed="rId19"/>
                <a:stretch>
                  <a:fillRect b="-12500"/>
                </a:stretch>
              </a:blipFill>
            </p:spPr>
            <p:txBody>
              <a:bodyPr/>
              <a:lstStyle/>
              <a:p>
                <a:r>
                  <a:rPr lang="en-GB">
                    <a:noFill/>
                  </a:rPr>
                  <a:t> </a:t>
                </a:r>
              </a:p>
            </p:txBody>
          </p:sp>
        </mc:Fallback>
      </mc:AlternateContent>
      <p:sp>
        <p:nvSpPr>
          <p:cNvPr id="70" name="Rectangle : coins arrondis 69">
            <a:extLst>
              <a:ext uri="{FF2B5EF4-FFF2-40B4-BE49-F238E27FC236}">
                <a16:creationId xmlns:a16="http://schemas.microsoft.com/office/drawing/2014/main" id="{74E4DAA1-8657-C085-39A9-8670CD47C4D0}"/>
              </a:ext>
            </a:extLst>
          </p:cNvPr>
          <p:cNvSpPr/>
          <p:nvPr/>
        </p:nvSpPr>
        <p:spPr>
          <a:xfrm>
            <a:off x="1968538" y="5581481"/>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1" name="Connecteur droit avec flèche 70">
            <a:extLst>
              <a:ext uri="{FF2B5EF4-FFF2-40B4-BE49-F238E27FC236}">
                <a16:creationId xmlns:a16="http://schemas.microsoft.com/office/drawing/2014/main" id="{2C1042EA-B96B-4182-044E-155A76EBA449}"/>
              </a:ext>
            </a:extLst>
          </p:cNvPr>
          <p:cNvCxnSpPr>
            <a:cxnSpLocks/>
            <a:stCxn id="69" idx="0"/>
            <a:endCxn id="70" idx="2"/>
          </p:cNvCxnSpPr>
          <p:nvPr/>
        </p:nvCxnSpPr>
        <p:spPr>
          <a:xfrm flipH="1" flipV="1">
            <a:off x="2063866" y="5926975"/>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7FEC6BC5-8D2F-DE53-CDE8-327A1E61D2F6}"/>
                  </a:ext>
                </a:extLst>
              </p:cNvPr>
              <p:cNvSpPr txBox="1"/>
              <p:nvPr/>
            </p:nvSpPr>
            <p:spPr>
              <a:xfrm>
                <a:off x="2427455"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𝑑𝑒𝑎𝑑</m:t>
                      </m:r>
                    </m:oMath>
                  </m:oMathPara>
                </a14:m>
                <a:endParaRPr lang="en-GB" sz="600" dirty="0"/>
              </a:p>
            </p:txBody>
          </p:sp>
        </mc:Choice>
        <mc:Fallback xmlns="">
          <p:sp>
            <p:nvSpPr>
              <p:cNvPr id="72" name="ZoneTexte 71">
                <a:extLst>
                  <a:ext uri="{FF2B5EF4-FFF2-40B4-BE49-F238E27FC236}">
                    <a16:creationId xmlns:a16="http://schemas.microsoft.com/office/drawing/2014/main" id="{D94D0016-9831-6DA0-D6A3-A11F6591824B}"/>
                  </a:ext>
                </a:extLst>
              </p:cNvPr>
              <p:cNvSpPr txBox="1">
                <a:spLocks noRot="1" noChangeAspect="1" noMove="1" noResize="1" noEditPoints="1" noAdjustHandles="1" noChangeArrowheads="1" noChangeShapeType="1" noTextEdit="1"/>
              </p:cNvSpPr>
              <p:nvPr/>
            </p:nvSpPr>
            <p:spPr>
              <a:xfrm>
                <a:off x="2427455" y="6088516"/>
                <a:ext cx="144914" cy="94481"/>
              </a:xfrm>
              <a:prstGeom prst="rect">
                <a:avLst/>
              </a:prstGeom>
              <a:blipFill>
                <a:blip r:embed="rId20"/>
                <a:stretch>
                  <a:fillRect l="-16667" r="-33333" b="-12500"/>
                </a:stretch>
              </a:blipFill>
            </p:spPr>
            <p:txBody>
              <a:bodyPr/>
              <a:lstStyle/>
              <a:p>
                <a:r>
                  <a:rPr lang="en-GB">
                    <a:noFill/>
                  </a:rPr>
                  <a:t> </a:t>
                </a:r>
              </a:p>
            </p:txBody>
          </p:sp>
        </mc:Fallback>
      </mc:AlternateContent>
      <p:sp>
        <p:nvSpPr>
          <p:cNvPr id="73" name="Rectangle : coins arrondis 72">
            <a:extLst>
              <a:ext uri="{FF2B5EF4-FFF2-40B4-BE49-F238E27FC236}">
                <a16:creationId xmlns:a16="http://schemas.microsoft.com/office/drawing/2014/main" id="{F1D6F20F-6F5D-9A1F-EAD5-F51E388BC28A}"/>
              </a:ext>
            </a:extLst>
          </p:cNvPr>
          <p:cNvSpPr/>
          <p:nvPr/>
        </p:nvSpPr>
        <p:spPr>
          <a:xfrm>
            <a:off x="2403233" y="5584245"/>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4" name="Connecteur droit avec flèche 73">
            <a:extLst>
              <a:ext uri="{FF2B5EF4-FFF2-40B4-BE49-F238E27FC236}">
                <a16:creationId xmlns:a16="http://schemas.microsoft.com/office/drawing/2014/main" id="{1B792386-FE12-DF7C-9E41-0BA6E7C0DC1B}"/>
              </a:ext>
            </a:extLst>
          </p:cNvPr>
          <p:cNvCxnSpPr>
            <a:cxnSpLocks/>
            <a:stCxn id="72" idx="0"/>
            <a:endCxn id="73" idx="2"/>
          </p:cNvCxnSpPr>
          <p:nvPr/>
        </p:nvCxnSpPr>
        <p:spPr>
          <a:xfrm flipH="1" flipV="1">
            <a:off x="2498561" y="5929738"/>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75" name="Connecteur droit avec flèche 74">
            <a:extLst>
              <a:ext uri="{FF2B5EF4-FFF2-40B4-BE49-F238E27FC236}">
                <a16:creationId xmlns:a16="http://schemas.microsoft.com/office/drawing/2014/main" id="{18BDEB9F-CC86-DFC3-851B-B727F13FB120}"/>
              </a:ext>
            </a:extLst>
          </p:cNvPr>
          <p:cNvCxnSpPr>
            <a:cxnSpLocks/>
          </p:cNvCxnSpPr>
          <p:nvPr/>
        </p:nvCxnSpPr>
        <p:spPr>
          <a:xfrm>
            <a:off x="2159192" y="5789491"/>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sp>
        <p:nvSpPr>
          <p:cNvPr id="76" name="Rectangle : coins arrondis 75">
            <a:extLst>
              <a:ext uri="{FF2B5EF4-FFF2-40B4-BE49-F238E27FC236}">
                <a16:creationId xmlns:a16="http://schemas.microsoft.com/office/drawing/2014/main" id="{99F225B9-FD33-6D25-E67F-95FCF81EB20B}"/>
              </a:ext>
            </a:extLst>
          </p:cNvPr>
          <p:cNvSpPr/>
          <p:nvPr/>
        </p:nvSpPr>
        <p:spPr>
          <a:xfrm>
            <a:off x="1095396" y="5577956"/>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sp>
        <p:nvSpPr>
          <p:cNvPr id="77" name="Rectangle : coins arrondis 76">
            <a:extLst>
              <a:ext uri="{FF2B5EF4-FFF2-40B4-BE49-F238E27FC236}">
                <a16:creationId xmlns:a16="http://schemas.microsoft.com/office/drawing/2014/main" id="{B5690FC3-6AB4-D070-3D7F-A247AAF53A64}"/>
              </a:ext>
            </a:extLst>
          </p:cNvPr>
          <p:cNvSpPr/>
          <p:nvPr/>
        </p:nvSpPr>
        <p:spPr>
          <a:xfrm>
            <a:off x="1530091" y="5580719"/>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78" name="Connecteur droit avec flèche 77">
            <a:extLst>
              <a:ext uri="{FF2B5EF4-FFF2-40B4-BE49-F238E27FC236}">
                <a16:creationId xmlns:a16="http://schemas.microsoft.com/office/drawing/2014/main" id="{846A9075-0A1F-88EE-E7EB-3E427BE97BAA}"/>
              </a:ext>
            </a:extLst>
          </p:cNvPr>
          <p:cNvCxnSpPr>
            <a:cxnSpLocks/>
          </p:cNvCxnSpPr>
          <p:nvPr/>
        </p:nvCxnSpPr>
        <p:spPr>
          <a:xfrm>
            <a:off x="1286052" y="5785966"/>
            <a:ext cx="244039"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79" name="Connecteur droit avec flèche 78">
            <a:extLst>
              <a:ext uri="{FF2B5EF4-FFF2-40B4-BE49-F238E27FC236}">
                <a16:creationId xmlns:a16="http://schemas.microsoft.com/office/drawing/2014/main" id="{D8D8A785-3F5F-42D9-2457-A7257B746E31}"/>
              </a:ext>
            </a:extLst>
          </p:cNvPr>
          <p:cNvCxnSpPr>
            <a:cxnSpLocks/>
          </p:cNvCxnSpPr>
          <p:nvPr/>
        </p:nvCxnSpPr>
        <p:spPr>
          <a:xfrm flipV="1">
            <a:off x="1720747" y="5789492"/>
            <a:ext cx="247791" cy="4766"/>
          </a:xfrm>
          <a:prstGeom prst="straightConnector1">
            <a:avLst/>
          </a:prstGeom>
          <a:noFill/>
          <a:ln w="9525">
            <a:solidFill>
              <a:schemeClr val="accent1"/>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661DB3C0-249C-85C7-68F4-58314D13BF6E}"/>
                  </a:ext>
                </a:extLst>
              </p:cNvPr>
              <p:cNvSpPr txBox="1"/>
              <p:nvPr/>
            </p:nvSpPr>
            <p:spPr>
              <a:xfrm>
                <a:off x="1118268"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𝑇h𝑒</m:t>
                      </m:r>
                    </m:oMath>
                  </m:oMathPara>
                </a14:m>
                <a:endParaRPr lang="en-GB" sz="600" dirty="0"/>
              </a:p>
            </p:txBody>
          </p:sp>
        </mc:Choice>
        <mc:Fallback xmlns="">
          <p:sp>
            <p:nvSpPr>
              <p:cNvPr id="80" name="ZoneTexte 79">
                <a:extLst>
                  <a:ext uri="{FF2B5EF4-FFF2-40B4-BE49-F238E27FC236}">
                    <a16:creationId xmlns:a16="http://schemas.microsoft.com/office/drawing/2014/main" id="{AACD3D9A-CDDA-8D87-521B-23C50C49E57B}"/>
                  </a:ext>
                </a:extLst>
              </p:cNvPr>
              <p:cNvSpPr txBox="1">
                <a:spLocks noRot="1" noChangeAspect="1" noMove="1" noResize="1" noEditPoints="1" noAdjustHandles="1" noChangeArrowheads="1" noChangeShapeType="1" noTextEdit="1"/>
              </p:cNvSpPr>
              <p:nvPr/>
            </p:nvSpPr>
            <p:spPr>
              <a:xfrm>
                <a:off x="1118268" y="6088516"/>
                <a:ext cx="144914" cy="94481"/>
              </a:xfrm>
              <a:prstGeom prst="rect">
                <a:avLst/>
              </a:prstGeom>
              <a:blipFill>
                <a:blip r:embed="rId21"/>
                <a:stretch>
                  <a:fillRect l="-7692" r="-7692" b="-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992B4EE1-50AA-29B7-FAD9-AA39069CC1D9}"/>
                  </a:ext>
                </a:extLst>
              </p:cNvPr>
              <p:cNvSpPr txBox="1"/>
              <p:nvPr/>
            </p:nvSpPr>
            <p:spPr>
              <a:xfrm>
                <a:off x="1545608" y="6088516"/>
                <a:ext cx="144914" cy="94481"/>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600" b="0" i="1" smtClean="0">
                          <a:latin typeface="Cambria Math" panose="02040503050406030204" pitchFamily="18" charset="0"/>
                        </a:rPr>
                        <m:t>𝑏𝑎𝑡𝑡𝑒𝑟𝑦</m:t>
                      </m:r>
                    </m:oMath>
                  </m:oMathPara>
                </a14:m>
                <a:endParaRPr lang="en-GB" sz="600" dirty="0"/>
              </a:p>
            </p:txBody>
          </p:sp>
        </mc:Choice>
        <mc:Fallback xmlns="">
          <p:sp>
            <p:nvSpPr>
              <p:cNvPr id="81" name="ZoneTexte 80">
                <a:extLst>
                  <a:ext uri="{FF2B5EF4-FFF2-40B4-BE49-F238E27FC236}">
                    <a16:creationId xmlns:a16="http://schemas.microsoft.com/office/drawing/2014/main" id="{23484B7B-CFD8-0575-9EEA-A5F2BCAE08C8}"/>
                  </a:ext>
                </a:extLst>
              </p:cNvPr>
              <p:cNvSpPr txBox="1">
                <a:spLocks noRot="1" noChangeAspect="1" noMove="1" noResize="1" noEditPoints="1" noAdjustHandles="1" noChangeArrowheads="1" noChangeShapeType="1" noTextEdit="1"/>
              </p:cNvSpPr>
              <p:nvPr/>
            </p:nvSpPr>
            <p:spPr>
              <a:xfrm>
                <a:off x="1545608" y="6088516"/>
                <a:ext cx="144914" cy="94481"/>
              </a:xfrm>
              <a:prstGeom prst="rect">
                <a:avLst/>
              </a:prstGeom>
              <a:blipFill>
                <a:blip r:embed="rId22"/>
                <a:stretch>
                  <a:fillRect l="-16667" r="-100000" b="-37500"/>
                </a:stretch>
              </a:blipFill>
            </p:spPr>
            <p:txBody>
              <a:bodyPr/>
              <a:lstStyle/>
              <a:p>
                <a:r>
                  <a:rPr lang="en-GB">
                    <a:noFill/>
                  </a:rPr>
                  <a:t> </a:t>
                </a:r>
              </a:p>
            </p:txBody>
          </p:sp>
        </mc:Fallback>
      </mc:AlternateContent>
      <p:cxnSp>
        <p:nvCxnSpPr>
          <p:cNvPr id="82" name="Connecteur droit avec flèche 81">
            <a:extLst>
              <a:ext uri="{FF2B5EF4-FFF2-40B4-BE49-F238E27FC236}">
                <a16:creationId xmlns:a16="http://schemas.microsoft.com/office/drawing/2014/main" id="{AAD3CFEC-5ACB-08A7-93CA-F487D5F2A726}"/>
              </a:ext>
            </a:extLst>
          </p:cNvPr>
          <p:cNvCxnSpPr>
            <a:cxnSpLocks/>
          </p:cNvCxnSpPr>
          <p:nvPr/>
        </p:nvCxnSpPr>
        <p:spPr>
          <a:xfrm flipH="1" flipV="1">
            <a:off x="1621094" y="5929738"/>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83" name="Connecteur droit avec flèche 82">
            <a:extLst>
              <a:ext uri="{FF2B5EF4-FFF2-40B4-BE49-F238E27FC236}">
                <a16:creationId xmlns:a16="http://schemas.microsoft.com/office/drawing/2014/main" id="{0D0AF1CC-C910-EB4F-42C2-99CCEE2C53B1}"/>
              </a:ext>
            </a:extLst>
          </p:cNvPr>
          <p:cNvCxnSpPr>
            <a:cxnSpLocks/>
          </p:cNvCxnSpPr>
          <p:nvPr/>
        </p:nvCxnSpPr>
        <p:spPr>
          <a:xfrm flipH="1" flipV="1">
            <a:off x="1189373" y="5935452"/>
            <a:ext cx="1350" cy="161541"/>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84" name="Connecteur droit avec flèche 83">
            <a:extLst>
              <a:ext uri="{FF2B5EF4-FFF2-40B4-BE49-F238E27FC236}">
                <a16:creationId xmlns:a16="http://schemas.microsoft.com/office/drawing/2014/main" id="{8AF39C59-A32F-7680-C4F4-36E618D00089}"/>
              </a:ext>
            </a:extLst>
          </p:cNvPr>
          <p:cNvCxnSpPr>
            <a:cxnSpLocks/>
          </p:cNvCxnSpPr>
          <p:nvPr/>
        </p:nvCxnSpPr>
        <p:spPr>
          <a:xfrm>
            <a:off x="2160763" y="5720433"/>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85" name="Connecteur droit avec flèche 84">
            <a:extLst>
              <a:ext uri="{FF2B5EF4-FFF2-40B4-BE49-F238E27FC236}">
                <a16:creationId xmlns:a16="http://schemas.microsoft.com/office/drawing/2014/main" id="{D0B8BA05-5659-78C9-E475-FCD4E0CB7C78}"/>
              </a:ext>
            </a:extLst>
          </p:cNvPr>
          <p:cNvCxnSpPr>
            <a:cxnSpLocks/>
          </p:cNvCxnSpPr>
          <p:nvPr/>
        </p:nvCxnSpPr>
        <p:spPr>
          <a:xfrm>
            <a:off x="1287623" y="5716909"/>
            <a:ext cx="244039"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86" name="Connecteur droit avec flèche 85">
            <a:extLst>
              <a:ext uri="{FF2B5EF4-FFF2-40B4-BE49-F238E27FC236}">
                <a16:creationId xmlns:a16="http://schemas.microsoft.com/office/drawing/2014/main" id="{B6417CBB-A93F-1B4B-D78E-8939E88C26BB}"/>
              </a:ext>
            </a:extLst>
          </p:cNvPr>
          <p:cNvCxnSpPr>
            <a:cxnSpLocks/>
          </p:cNvCxnSpPr>
          <p:nvPr/>
        </p:nvCxnSpPr>
        <p:spPr>
          <a:xfrm flipV="1">
            <a:off x="1722318" y="5720434"/>
            <a:ext cx="247791" cy="4766"/>
          </a:xfrm>
          <a:prstGeom prst="straightConnector1">
            <a:avLst/>
          </a:prstGeom>
          <a:noFill/>
          <a:ln w="9525">
            <a:solidFill>
              <a:schemeClr val="accent1"/>
            </a:solidFill>
            <a:headEnd type="arrow" w="lg" len="med"/>
            <a:tailEnd type="none"/>
          </a:ln>
        </p:spPr>
        <p:style>
          <a:lnRef idx="2">
            <a:schemeClr val="accent1"/>
          </a:lnRef>
          <a:fillRef idx="0">
            <a:schemeClr val="accent1"/>
          </a:fillRef>
          <a:effectRef idx="1">
            <a:schemeClr val="accent1"/>
          </a:effectRef>
          <a:fontRef idx="minor">
            <a:schemeClr val="tx1"/>
          </a:fontRef>
        </p:style>
      </p:cxnSp>
      <p:sp>
        <p:nvSpPr>
          <p:cNvPr id="92" name="Rectangle : coins arrondis 91">
            <a:extLst>
              <a:ext uri="{FF2B5EF4-FFF2-40B4-BE49-F238E27FC236}">
                <a16:creationId xmlns:a16="http://schemas.microsoft.com/office/drawing/2014/main" id="{7F64B5AF-E1B8-A095-0401-CED519E817CB}"/>
              </a:ext>
            </a:extLst>
          </p:cNvPr>
          <p:cNvSpPr/>
          <p:nvPr/>
        </p:nvSpPr>
        <p:spPr>
          <a:xfrm>
            <a:off x="2881060" y="5027671"/>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93" name="Connecteur droit avec flèche 92">
            <a:extLst>
              <a:ext uri="{FF2B5EF4-FFF2-40B4-BE49-F238E27FC236}">
                <a16:creationId xmlns:a16="http://schemas.microsoft.com/office/drawing/2014/main" id="{09197C8A-588C-9ABB-F549-61962A708449}"/>
              </a:ext>
            </a:extLst>
          </p:cNvPr>
          <p:cNvCxnSpPr>
            <a:cxnSpLocks/>
            <a:endCxn id="92" idx="2"/>
          </p:cNvCxnSpPr>
          <p:nvPr/>
        </p:nvCxnSpPr>
        <p:spPr>
          <a:xfrm flipH="1" flipV="1">
            <a:off x="2976388" y="5373164"/>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94" name="Connecteur droit avec flèche 93">
            <a:extLst>
              <a:ext uri="{FF2B5EF4-FFF2-40B4-BE49-F238E27FC236}">
                <a16:creationId xmlns:a16="http://schemas.microsoft.com/office/drawing/2014/main" id="{0C8B3FB8-005A-A932-6CB6-0BF6FFF3E347}"/>
              </a:ext>
            </a:extLst>
          </p:cNvPr>
          <p:cNvCxnSpPr>
            <a:cxnSpLocks/>
          </p:cNvCxnSpPr>
          <p:nvPr/>
        </p:nvCxnSpPr>
        <p:spPr>
          <a:xfrm>
            <a:off x="2614533" y="5232917"/>
            <a:ext cx="252000" cy="2764"/>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Connecteur droit avec flèche 94">
            <a:extLst>
              <a:ext uri="{FF2B5EF4-FFF2-40B4-BE49-F238E27FC236}">
                <a16:creationId xmlns:a16="http://schemas.microsoft.com/office/drawing/2014/main" id="{4A7AB4B5-D97A-2492-BEB6-C203C5E61584}"/>
              </a:ext>
            </a:extLst>
          </p:cNvPr>
          <p:cNvCxnSpPr>
            <a:cxnSpLocks/>
          </p:cNvCxnSpPr>
          <p:nvPr/>
        </p:nvCxnSpPr>
        <p:spPr>
          <a:xfrm>
            <a:off x="2623599" y="5163859"/>
            <a:ext cx="252000" cy="2764"/>
          </a:xfrm>
          <a:prstGeom prst="straightConnector1">
            <a:avLst/>
          </a:prstGeom>
          <a:noFill/>
          <a:ln w="9525">
            <a:solidFill>
              <a:schemeClr val="accent2"/>
            </a:solidFill>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7" name="ZoneTexte 96">
                <a:extLst>
                  <a:ext uri="{FF2B5EF4-FFF2-40B4-BE49-F238E27FC236}">
                    <a16:creationId xmlns:a16="http://schemas.microsoft.com/office/drawing/2014/main" id="{144BF07F-8E0D-ECCB-E412-01F71197175D}"/>
                  </a:ext>
                </a:extLst>
              </p:cNvPr>
              <p:cNvSpPr txBox="1"/>
              <p:nvPr/>
            </p:nvSpPr>
            <p:spPr>
              <a:xfrm>
                <a:off x="2758569" y="6068798"/>
                <a:ext cx="436500" cy="1077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700" b="1" i="1" smtClean="0">
                          <a:latin typeface="Cambria Math" panose="02040503050406030204" pitchFamily="18" charset="0"/>
                        </a:rPr>
                        <m:t>&lt;</m:t>
                      </m:r>
                      <m:r>
                        <a:rPr lang="fr-FR" sz="700" b="1" i="1" smtClean="0">
                          <a:latin typeface="Cambria Math" panose="02040503050406030204" pitchFamily="18" charset="0"/>
                        </a:rPr>
                        <m:t>𝒔𝒕𝒂𝒓𝒕</m:t>
                      </m:r>
                      <m:r>
                        <a:rPr lang="fr-FR" sz="700" b="1" i="1" smtClean="0">
                          <a:latin typeface="Cambria Math" panose="02040503050406030204" pitchFamily="18" charset="0"/>
                        </a:rPr>
                        <m:t>&gt;</m:t>
                      </m:r>
                    </m:oMath>
                  </m:oMathPara>
                </a14:m>
                <a:endParaRPr lang="en-GB" sz="700" b="1" dirty="0"/>
              </a:p>
            </p:txBody>
          </p:sp>
        </mc:Choice>
        <mc:Fallback xmlns="">
          <p:sp>
            <p:nvSpPr>
              <p:cNvPr id="97" name="ZoneTexte 96">
                <a:extLst>
                  <a:ext uri="{FF2B5EF4-FFF2-40B4-BE49-F238E27FC236}">
                    <a16:creationId xmlns:a16="http://schemas.microsoft.com/office/drawing/2014/main" id="{14147069-AA32-7FA2-B4BE-B4834400CCCF}"/>
                  </a:ext>
                </a:extLst>
              </p:cNvPr>
              <p:cNvSpPr txBox="1">
                <a:spLocks noRot="1" noChangeAspect="1" noMove="1" noResize="1" noEditPoints="1" noAdjustHandles="1" noChangeArrowheads="1" noChangeShapeType="1" noTextEdit="1"/>
              </p:cNvSpPr>
              <p:nvPr/>
            </p:nvSpPr>
            <p:spPr>
              <a:xfrm>
                <a:off x="2758569" y="6068798"/>
                <a:ext cx="436500" cy="107722"/>
              </a:xfrm>
              <a:prstGeom prst="rect">
                <a:avLst/>
              </a:prstGeom>
              <a:blipFill>
                <a:blip r:embed="rId23"/>
                <a:stretch>
                  <a:fillRect l="-2857" r="-2857" b="-11111"/>
                </a:stretch>
              </a:blipFill>
            </p:spPr>
            <p:txBody>
              <a:bodyPr/>
              <a:lstStyle/>
              <a:p>
                <a:r>
                  <a:rPr lang="en-GB">
                    <a:noFill/>
                  </a:rPr>
                  <a:t> </a:t>
                </a:r>
              </a:p>
            </p:txBody>
          </p:sp>
        </mc:Fallback>
      </mc:AlternateContent>
      <p:sp>
        <p:nvSpPr>
          <p:cNvPr id="98" name="Rectangle : coins arrondis 97">
            <a:extLst>
              <a:ext uri="{FF2B5EF4-FFF2-40B4-BE49-F238E27FC236}">
                <a16:creationId xmlns:a16="http://schemas.microsoft.com/office/drawing/2014/main" id="{4DDE3CE9-B92C-5841-759B-8F94A5BE9E37}"/>
              </a:ext>
            </a:extLst>
          </p:cNvPr>
          <p:cNvSpPr/>
          <p:nvPr/>
        </p:nvSpPr>
        <p:spPr>
          <a:xfrm>
            <a:off x="2884247" y="5550902"/>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99" name="Connecteur droit avec flèche 98">
            <a:extLst>
              <a:ext uri="{FF2B5EF4-FFF2-40B4-BE49-F238E27FC236}">
                <a16:creationId xmlns:a16="http://schemas.microsoft.com/office/drawing/2014/main" id="{E6F0A559-0C21-884C-F6E2-5EAAAE9F878D}"/>
              </a:ext>
            </a:extLst>
          </p:cNvPr>
          <p:cNvCxnSpPr>
            <a:cxnSpLocks/>
            <a:stCxn id="97" idx="0"/>
            <a:endCxn id="98" idx="2"/>
          </p:cNvCxnSpPr>
          <p:nvPr/>
        </p:nvCxnSpPr>
        <p:spPr>
          <a:xfrm flipV="1">
            <a:off x="2976819" y="5896396"/>
            <a:ext cx="2756" cy="172402"/>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00" name="Connecteur droit avec flèche 99">
            <a:extLst>
              <a:ext uri="{FF2B5EF4-FFF2-40B4-BE49-F238E27FC236}">
                <a16:creationId xmlns:a16="http://schemas.microsoft.com/office/drawing/2014/main" id="{157D4544-9997-AD8E-1792-4C223DB30BAB}"/>
              </a:ext>
            </a:extLst>
          </p:cNvPr>
          <p:cNvCxnSpPr>
            <a:cxnSpLocks/>
          </p:cNvCxnSpPr>
          <p:nvPr/>
        </p:nvCxnSpPr>
        <p:spPr>
          <a:xfrm>
            <a:off x="2617720" y="5756148"/>
            <a:ext cx="252000" cy="2764"/>
          </a:xfrm>
          <a:prstGeom prst="straightConnector1">
            <a:avLst/>
          </a:prstGeom>
          <a:noFill/>
          <a:ln w="952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Connecteur droit avec flèche 100">
            <a:extLst>
              <a:ext uri="{FF2B5EF4-FFF2-40B4-BE49-F238E27FC236}">
                <a16:creationId xmlns:a16="http://schemas.microsoft.com/office/drawing/2014/main" id="{F15A21E7-4F12-FB6C-926D-A3A15C27648B}"/>
              </a:ext>
            </a:extLst>
          </p:cNvPr>
          <p:cNvCxnSpPr>
            <a:cxnSpLocks/>
          </p:cNvCxnSpPr>
          <p:nvPr/>
        </p:nvCxnSpPr>
        <p:spPr>
          <a:xfrm>
            <a:off x="2626786" y="5687090"/>
            <a:ext cx="252000" cy="2764"/>
          </a:xfrm>
          <a:prstGeom prst="straightConnector1">
            <a:avLst/>
          </a:prstGeom>
          <a:noFill/>
          <a:ln w="9525">
            <a:solidFill>
              <a:schemeClr val="accent2"/>
            </a:solidFill>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8" name="ZoneTexte 107">
                <a:extLst>
                  <a:ext uri="{FF2B5EF4-FFF2-40B4-BE49-F238E27FC236}">
                    <a16:creationId xmlns:a16="http://schemas.microsoft.com/office/drawing/2014/main" id="{DD77EB9B-AB53-BC98-1032-FB20F19D2C95}"/>
                  </a:ext>
                </a:extLst>
              </p:cNvPr>
              <p:cNvSpPr txBox="1"/>
              <p:nvPr/>
            </p:nvSpPr>
            <p:spPr>
              <a:xfrm>
                <a:off x="2651725" y="5843113"/>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0</m:t>
                          </m:r>
                        </m:sub>
                      </m:sSub>
                    </m:oMath>
                  </m:oMathPara>
                </a14:m>
                <a:endParaRPr lang="en-GB" sz="1400" dirty="0">
                  <a:solidFill>
                    <a:schemeClr val="bg1">
                      <a:lumMod val="50000"/>
                    </a:schemeClr>
                  </a:solidFill>
                </a:endParaRPr>
              </a:p>
            </p:txBody>
          </p:sp>
        </mc:Choice>
        <mc:Fallback xmlns="">
          <p:sp>
            <p:nvSpPr>
              <p:cNvPr id="108" name="ZoneTexte 107">
                <a:extLst>
                  <a:ext uri="{FF2B5EF4-FFF2-40B4-BE49-F238E27FC236}">
                    <a16:creationId xmlns:a16="http://schemas.microsoft.com/office/drawing/2014/main" id="{58FD4DA8-7EAD-4A66-C238-A49EADE23ED1}"/>
                  </a:ext>
                </a:extLst>
              </p:cNvPr>
              <p:cNvSpPr txBox="1">
                <a:spLocks noRot="1" noChangeAspect="1" noMove="1" noResize="1" noEditPoints="1" noAdjustHandles="1" noChangeArrowheads="1" noChangeShapeType="1" noTextEdit="1"/>
              </p:cNvSpPr>
              <p:nvPr/>
            </p:nvSpPr>
            <p:spPr>
              <a:xfrm>
                <a:off x="2651725" y="5843113"/>
                <a:ext cx="161871" cy="215444"/>
              </a:xfrm>
              <a:prstGeom prst="rect">
                <a:avLst/>
              </a:prstGeom>
              <a:blipFill>
                <a:blip r:embed="rId24"/>
                <a:stretch>
                  <a:fillRect l="-28571" r="-21429" b="-11111"/>
                </a:stretch>
              </a:blipFill>
            </p:spPr>
            <p:txBody>
              <a:bodyPr/>
              <a:lstStyle/>
              <a:p>
                <a:r>
                  <a:rPr lang="en-GB">
                    <a:noFill/>
                  </a:rPr>
                  <a:t> </a:t>
                </a:r>
              </a:p>
            </p:txBody>
          </p:sp>
        </mc:Fallback>
      </mc:AlternateContent>
      <p:sp>
        <p:nvSpPr>
          <p:cNvPr id="109" name="Rectangle : coins arrondis 108">
            <a:extLst>
              <a:ext uri="{FF2B5EF4-FFF2-40B4-BE49-F238E27FC236}">
                <a16:creationId xmlns:a16="http://schemas.microsoft.com/office/drawing/2014/main" id="{5065591C-6C2C-E8FF-5BEE-7164A16A9816}"/>
              </a:ext>
            </a:extLst>
          </p:cNvPr>
          <p:cNvSpPr/>
          <p:nvPr/>
        </p:nvSpPr>
        <p:spPr>
          <a:xfrm>
            <a:off x="4013976" y="5026039"/>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0" name="Connecteur droit avec flèche 109">
            <a:extLst>
              <a:ext uri="{FF2B5EF4-FFF2-40B4-BE49-F238E27FC236}">
                <a16:creationId xmlns:a16="http://schemas.microsoft.com/office/drawing/2014/main" id="{AD7009C2-709F-BCD4-4622-03A58B1538A0}"/>
              </a:ext>
            </a:extLst>
          </p:cNvPr>
          <p:cNvCxnSpPr>
            <a:cxnSpLocks/>
            <a:endCxn id="109" idx="2"/>
          </p:cNvCxnSpPr>
          <p:nvPr/>
        </p:nvCxnSpPr>
        <p:spPr>
          <a:xfrm flipH="1" flipV="1">
            <a:off x="4109304" y="5371532"/>
            <a:ext cx="1350" cy="158777"/>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9E0D7D8D-9643-8164-13BF-CAAD4C510B39}"/>
              </a:ext>
            </a:extLst>
          </p:cNvPr>
          <p:cNvCxnSpPr>
            <a:cxnSpLocks/>
          </p:cNvCxnSpPr>
          <p:nvPr/>
        </p:nvCxnSpPr>
        <p:spPr>
          <a:xfrm>
            <a:off x="3102879" y="5231285"/>
            <a:ext cx="900000"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A4410F39-805E-DBD7-2452-2707FD6015B0}"/>
              </a:ext>
            </a:extLst>
          </p:cNvPr>
          <p:cNvCxnSpPr>
            <a:cxnSpLocks/>
          </p:cNvCxnSpPr>
          <p:nvPr/>
        </p:nvCxnSpPr>
        <p:spPr>
          <a:xfrm>
            <a:off x="3104450" y="5162227"/>
            <a:ext cx="900000"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3" name="ZoneTexte 112">
                <a:extLst>
                  <a:ext uri="{FF2B5EF4-FFF2-40B4-BE49-F238E27FC236}">
                    <a16:creationId xmlns:a16="http://schemas.microsoft.com/office/drawing/2014/main" id="{97229B21-6881-E11E-1A5F-CE30006F41EA}"/>
                  </a:ext>
                </a:extLst>
              </p:cNvPr>
              <p:cNvSpPr txBox="1"/>
              <p:nvPr/>
            </p:nvSpPr>
            <p:spPr>
              <a:xfrm>
                <a:off x="4041385" y="6114376"/>
                <a:ext cx="144914" cy="107722"/>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700" b="0" i="1" smtClean="0">
                          <a:latin typeface="Cambria Math" panose="02040503050406030204" pitchFamily="18" charset="0"/>
                        </a:rPr>
                        <m:t>𝑎𝑧</m:t>
                      </m:r>
                    </m:oMath>
                  </m:oMathPara>
                </a14:m>
                <a:endParaRPr lang="en-GB" sz="700" dirty="0"/>
              </a:p>
            </p:txBody>
          </p:sp>
        </mc:Choice>
        <mc:Fallback xmlns="">
          <p:sp>
            <p:nvSpPr>
              <p:cNvPr id="113" name="ZoneTexte 112">
                <a:extLst>
                  <a:ext uri="{FF2B5EF4-FFF2-40B4-BE49-F238E27FC236}">
                    <a16:creationId xmlns:a16="http://schemas.microsoft.com/office/drawing/2014/main" id="{7FA44CED-E924-0041-EC78-D304A4D5C260}"/>
                  </a:ext>
                </a:extLst>
              </p:cNvPr>
              <p:cNvSpPr txBox="1">
                <a:spLocks noRot="1" noChangeAspect="1" noMove="1" noResize="1" noEditPoints="1" noAdjustHandles="1" noChangeArrowheads="1" noChangeShapeType="1" noTextEdit="1"/>
              </p:cNvSpPr>
              <p:nvPr/>
            </p:nvSpPr>
            <p:spPr>
              <a:xfrm>
                <a:off x="4041385" y="6114376"/>
                <a:ext cx="144914" cy="107722"/>
              </a:xfrm>
              <a:prstGeom prst="rect">
                <a:avLst/>
              </a:prstGeom>
              <a:blipFill>
                <a:blip r:embed="rId25"/>
                <a:stretch>
                  <a:fillRect/>
                </a:stretch>
              </a:blipFill>
            </p:spPr>
            <p:txBody>
              <a:bodyPr/>
              <a:lstStyle/>
              <a:p>
                <a:r>
                  <a:rPr lang="en-GB">
                    <a:noFill/>
                  </a:rPr>
                  <a:t> </a:t>
                </a:r>
              </a:p>
            </p:txBody>
          </p:sp>
        </mc:Fallback>
      </mc:AlternateContent>
      <p:sp>
        <p:nvSpPr>
          <p:cNvPr id="114" name="Rectangle : coins arrondis 113">
            <a:extLst>
              <a:ext uri="{FF2B5EF4-FFF2-40B4-BE49-F238E27FC236}">
                <a16:creationId xmlns:a16="http://schemas.microsoft.com/office/drawing/2014/main" id="{FA16361E-5612-2721-92A0-F929BFC06947}"/>
              </a:ext>
            </a:extLst>
          </p:cNvPr>
          <p:cNvSpPr/>
          <p:nvPr/>
        </p:nvSpPr>
        <p:spPr>
          <a:xfrm>
            <a:off x="4017163" y="5549270"/>
            <a:ext cx="190656" cy="345494"/>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600"/>
          </a:p>
        </p:txBody>
      </p:sp>
      <p:cxnSp>
        <p:nvCxnSpPr>
          <p:cNvPr id="115" name="Connecteur droit avec flèche 114">
            <a:extLst>
              <a:ext uri="{FF2B5EF4-FFF2-40B4-BE49-F238E27FC236}">
                <a16:creationId xmlns:a16="http://schemas.microsoft.com/office/drawing/2014/main" id="{9872955C-6703-A01E-B42E-BFFDC830F4CE}"/>
              </a:ext>
            </a:extLst>
          </p:cNvPr>
          <p:cNvCxnSpPr>
            <a:cxnSpLocks/>
            <a:stCxn id="113" idx="0"/>
            <a:endCxn id="114" idx="2"/>
          </p:cNvCxnSpPr>
          <p:nvPr/>
        </p:nvCxnSpPr>
        <p:spPr>
          <a:xfrm flipH="1" flipV="1">
            <a:off x="4112491" y="5894764"/>
            <a:ext cx="1351" cy="219612"/>
          </a:xfrm>
          <a:prstGeom prst="straightConnector1">
            <a:avLst/>
          </a:prstGeom>
          <a:noFill/>
          <a:ln w="9525">
            <a:tailEnd type="triangle"/>
          </a:ln>
        </p:spPr>
        <p:style>
          <a:lnRef idx="2">
            <a:schemeClr val="accent1"/>
          </a:lnRef>
          <a:fillRef idx="0">
            <a:schemeClr val="accent1"/>
          </a:fillRef>
          <a:effectRef idx="1">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E973B3CF-85C6-7C76-0CC4-27573363A084}"/>
              </a:ext>
            </a:extLst>
          </p:cNvPr>
          <p:cNvCxnSpPr>
            <a:cxnSpLocks/>
          </p:cNvCxnSpPr>
          <p:nvPr/>
        </p:nvCxnSpPr>
        <p:spPr>
          <a:xfrm>
            <a:off x="3106066" y="5754516"/>
            <a:ext cx="900000" cy="2764"/>
          </a:xfrm>
          <a:prstGeom prst="straightConnector1">
            <a:avLst/>
          </a:prstGeom>
          <a:noFill/>
          <a:ln w="9525">
            <a:tailEnd type="arrow"/>
          </a:ln>
        </p:spPr>
        <p:style>
          <a:lnRef idx="2">
            <a:schemeClr val="accent1"/>
          </a:lnRef>
          <a:fillRef idx="0">
            <a:schemeClr val="accent1"/>
          </a:fillRef>
          <a:effectRef idx="1">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68D92C35-0530-CB36-9AB4-5839328B6178}"/>
              </a:ext>
            </a:extLst>
          </p:cNvPr>
          <p:cNvCxnSpPr>
            <a:cxnSpLocks/>
          </p:cNvCxnSpPr>
          <p:nvPr/>
        </p:nvCxnSpPr>
        <p:spPr>
          <a:xfrm>
            <a:off x="3107637" y="5685458"/>
            <a:ext cx="900000" cy="2764"/>
          </a:xfrm>
          <a:prstGeom prst="straightConnector1">
            <a:avLst/>
          </a:prstGeom>
          <a:noFill/>
          <a:ln w="9525">
            <a:headEnd type="arrow" w="lg" len="med"/>
            <a:tailEnd type="none"/>
          </a:ln>
        </p:spPr>
        <p:style>
          <a:lnRef idx="2">
            <a:schemeClr val="accent1"/>
          </a:lnRef>
          <a:fillRef idx="0">
            <a:schemeClr val="accent1"/>
          </a:fillRef>
          <a:effectRef idx="1">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96F3D447-FCCD-C3FF-39C6-DB763FD845C1}"/>
              </a:ext>
            </a:extLst>
          </p:cNvPr>
          <p:cNvCxnSpPr>
            <a:cxnSpLocks/>
            <a:endCxn id="122" idx="0"/>
          </p:cNvCxnSpPr>
          <p:nvPr/>
        </p:nvCxnSpPr>
        <p:spPr>
          <a:xfrm flipH="1">
            <a:off x="3089431" y="3331539"/>
            <a:ext cx="7723" cy="1127520"/>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2" name="ZoneTexte 121">
            <a:extLst>
              <a:ext uri="{FF2B5EF4-FFF2-40B4-BE49-F238E27FC236}">
                <a16:creationId xmlns:a16="http://schemas.microsoft.com/office/drawing/2014/main" id="{C5FADAA6-1B4E-3431-DE25-9E0CBF399F55}"/>
              </a:ext>
            </a:extLst>
          </p:cNvPr>
          <p:cNvSpPr txBox="1"/>
          <p:nvPr/>
        </p:nvSpPr>
        <p:spPr>
          <a:xfrm>
            <a:off x="3015506" y="4459059"/>
            <a:ext cx="147850" cy="369332"/>
          </a:xfrm>
          <a:prstGeom prst="rect">
            <a:avLst/>
          </a:prstGeom>
          <a:solidFill>
            <a:schemeClr val="accent4">
              <a:lumMod val="40000"/>
              <a:lumOff val="60000"/>
              <a:alpha val="70000"/>
            </a:schemeClr>
          </a:solidFill>
          <a:ln w="6350">
            <a:solidFill>
              <a:schemeClr val="bg1">
                <a:lumMod val="50000"/>
              </a:schemeClr>
            </a:solidFill>
          </a:ln>
        </p:spPr>
        <p:txBody>
          <a:bodyPr wrap="square" rtlCol="0">
            <a:spAutoFit/>
          </a:bodyPr>
          <a:lstStyle/>
          <a:p>
            <a:pPr algn="ctr"/>
            <a:r>
              <a:rPr lang="en-GB" dirty="0"/>
              <a:t>+</a:t>
            </a:r>
          </a:p>
        </p:txBody>
      </p:sp>
      <p:cxnSp>
        <p:nvCxnSpPr>
          <p:cNvPr id="125" name="Connecteur droit avec flèche 124">
            <a:extLst>
              <a:ext uri="{FF2B5EF4-FFF2-40B4-BE49-F238E27FC236}">
                <a16:creationId xmlns:a16="http://schemas.microsoft.com/office/drawing/2014/main" id="{14939BD2-963B-9C83-DE68-890EE1D65FF5}"/>
              </a:ext>
            </a:extLst>
          </p:cNvPr>
          <p:cNvCxnSpPr>
            <a:cxnSpLocks/>
          </p:cNvCxnSpPr>
          <p:nvPr/>
        </p:nvCxnSpPr>
        <p:spPr>
          <a:xfrm flipV="1">
            <a:off x="3035848" y="4833208"/>
            <a:ext cx="0" cy="168354"/>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8" name="ZoneTexte 127">
                <a:extLst>
                  <a:ext uri="{FF2B5EF4-FFF2-40B4-BE49-F238E27FC236}">
                    <a16:creationId xmlns:a16="http://schemas.microsoft.com/office/drawing/2014/main" id="{8AA93FF8-BD87-414B-CFCC-93E121978EBA}"/>
                  </a:ext>
                </a:extLst>
              </p:cNvPr>
              <p:cNvSpPr txBox="1"/>
              <p:nvPr/>
            </p:nvSpPr>
            <p:spPr>
              <a:xfrm>
                <a:off x="3086026" y="478160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28" name="ZoneTexte 127">
                <a:extLst>
                  <a:ext uri="{FF2B5EF4-FFF2-40B4-BE49-F238E27FC236}">
                    <a16:creationId xmlns:a16="http://schemas.microsoft.com/office/drawing/2014/main" id="{E823BC7C-E300-1D81-93D0-F5C54BD53C59}"/>
                  </a:ext>
                </a:extLst>
              </p:cNvPr>
              <p:cNvSpPr txBox="1">
                <a:spLocks noRot="1" noChangeAspect="1" noMove="1" noResize="1" noEditPoints="1" noAdjustHandles="1" noChangeArrowheads="1" noChangeShapeType="1" noTextEdit="1"/>
              </p:cNvSpPr>
              <p:nvPr/>
            </p:nvSpPr>
            <p:spPr>
              <a:xfrm>
                <a:off x="3086026" y="4781600"/>
                <a:ext cx="161871" cy="215444"/>
              </a:xfrm>
              <a:prstGeom prst="rect">
                <a:avLst/>
              </a:prstGeom>
              <a:blipFill>
                <a:blip r:embed="rId26"/>
                <a:stretch>
                  <a:fillRect l="-21429" r="-21429"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9" name="ZoneTexte 128">
                <a:extLst>
                  <a:ext uri="{FF2B5EF4-FFF2-40B4-BE49-F238E27FC236}">
                    <a16:creationId xmlns:a16="http://schemas.microsoft.com/office/drawing/2014/main" id="{166C8178-2748-CEDF-0EFB-0B21E5755A06}"/>
                  </a:ext>
                </a:extLst>
              </p:cNvPr>
              <p:cNvSpPr txBox="1"/>
              <p:nvPr/>
            </p:nvSpPr>
            <p:spPr>
              <a:xfrm>
                <a:off x="3470771" y="5271275"/>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29" name="ZoneTexte 128">
                <a:extLst>
                  <a:ext uri="{FF2B5EF4-FFF2-40B4-BE49-F238E27FC236}">
                    <a16:creationId xmlns:a16="http://schemas.microsoft.com/office/drawing/2014/main" id="{32E22270-88FF-E78E-D2B9-9C242C61AC12}"/>
                  </a:ext>
                </a:extLst>
              </p:cNvPr>
              <p:cNvSpPr txBox="1">
                <a:spLocks noRot="1" noChangeAspect="1" noMove="1" noResize="1" noEditPoints="1" noAdjustHandles="1" noChangeArrowheads="1" noChangeShapeType="1" noTextEdit="1"/>
              </p:cNvSpPr>
              <p:nvPr/>
            </p:nvSpPr>
            <p:spPr>
              <a:xfrm>
                <a:off x="3470771" y="5271275"/>
                <a:ext cx="161871" cy="215444"/>
              </a:xfrm>
              <a:prstGeom prst="rect">
                <a:avLst/>
              </a:prstGeom>
              <a:blipFill>
                <a:blip r:embed="rId27"/>
                <a:stretch>
                  <a:fillRect l="-28571" r="-14286" b="-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0" name="ZoneTexte 129">
                <a:extLst>
                  <a:ext uri="{FF2B5EF4-FFF2-40B4-BE49-F238E27FC236}">
                    <a16:creationId xmlns:a16="http://schemas.microsoft.com/office/drawing/2014/main" id="{C49FF6CA-A66D-9850-D6EE-2E72C5710EA9}"/>
                  </a:ext>
                </a:extLst>
              </p:cNvPr>
              <p:cNvSpPr txBox="1"/>
              <p:nvPr/>
            </p:nvSpPr>
            <p:spPr>
              <a:xfrm>
                <a:off x="3463276" y="582591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1</m:t>
                          </m:r>
                        </m:sub>
                      </m:sSub>
                    </m:oMath>
                  </m:oMathPara>
                </a14:m>
                <a:endParaRPr lang="en-GB" sz="1400" dirty="0">
                  <a:solidFill>
                    <a:schemeClr val="bg1">
                      <a:lumMod val="50000"/>
                    </a:schemeClr>
                  </a:solidFill>
                </a:endParaRPr>
              </a:p>
            </p:txBody>
          </p:sp>
        </mc:Choice>
        <mc:Fallback xmlns="">
          <p:sp>
            <p:nvSpPr>
              <p:cNvPr id="130" name="ZoneTexte 129">
                <a:extLst>
                  <a:ext uri="{FF2B5EF4-FFF2-40B4-BE49-F238E27FC236}">
                    <a16:creationId xmlns:a16="http://schemas.microsoft.com/office/drawing/2014/main" id="{B0CB292F-8C55-6AE3-D502-AE86E237A5F4}"/>
                  </a:ext>
                </a:extLst>
              </p:cNvPr>
              <p:cNvSpPr txBox="1">
                <a:spLocks noRot="1" noChangeAspect="1" noMove="1" noResize="1" noEditPoints="1" noAdjustHandles="1" noChangeArrowheads="1" noChangeShapeType="1" noTextEdit="1"/>
              </p:cNvSpPr>
              <p:nvPr/>
            </p:nvSpPr>
            <p:spPr>
              <a:xfrm>
                <a:off x="3463276" y="5825910"/>
                <a:ext cx="161871" cy="215444"/>
              </a:xfrm>
              <a:prstGeom prst="rect">
                <a:avLst/>
              </a:prstGeom>
              <a:blipFill>
                <a:blip r:embed="rId28"/>
                <a:stretch>
                  <a:fillRect l="-21429" r="-14286"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1" name="ZoneTexte 130">
                <a:extLst>
                  <a:ext uri="{FF2B5EF4-FFF2-40B4-BE49-F238E27FC236}">
                    <a16:creationId xmlns:a16="http://schemas.microsoft.com/office/drawing/2014/main" id="{C5302A98-C616-4C69-A5F8-502ECF1E6B8F}"/>
                  </a:ext>
                </a:extLst>
              </p:cNvPr>
              <p:cNvSpPr txBox="1"/>
              <p:nvPr/>
            </p:nvSpPr>
            <p:spPr>
              <a:xfrm>
                <a:off x="3499945" y="4566461"/>
                <a:ext cx="310085" cy="161583"/>
              </a:xfrm>
              <a:prstGeom prst="rect">
                <a:avLst/>
              </a:prstGeom>
              <a:solidFill>
                <a:srgbClr val="FFFF00">
                  <a:alpha val="60000"/>
                </a:srgbClr>
              </a:solidFill>
              <a:ln>
                <a:solidFill>
                  <a:schemeClr val="bg1">
                    <a:lumMod val="50000"/>
                  </a:schemeClr>
                </a:solidFill>
              </a:ln>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fr-FR" sz="1050" b="0" i="1" smtClean="0">
                          <a:solidFill>
                            <a:schemeClr val="accent1"/>
                          </a:solidFill>
                          <a:latin typeface="Cambria Math" panose="02040503050406030204" pitchFamily="18" charset="0"/>
                        </a:rPr>
                        <m:t>𝑡𝑎𝑛h</m:t>
                      </m:r>
                    </m:oMath>
                  </m:oMathPara>
                </a14:m>
                <a:endParaRPr lang="en-GB" sz="1050" dirty="0">
                  <a:solidFill>
                    <a:schemeClr val="accent1"/>
                  </a:solidFill>
                </a:endParaRPr>
              </a:p>
            </p:txBody>
          </p:sp>
        </mc:Choice>
        <mc:Fallback xmlns="">
          <p:sp>
            <p:nvSpPr>
              <p:cNvPr id="131" name="ZoneTexte 130">
                <a:extLst>
                  <a:ext uri="{FF2B5EF4-FFF2-40B4-BE49-F238E27FC236}">
                    <a16:creationId xmlns:a16="http://schemas.microsoft.com/office/drawing/2014/main" id="{0C831FA6-2EFF-2416-5A66-546344AD5B44}"/>
                  </a:ext>
                </a:extLst>
              </p:cNvPr>
              <p:cNvSpPr txBox="1">
                <a:spLocks noRot="1" noChangeAspect="1" noMove="1" noResize="1" noEditPoints="1" noAdjustHandles="1" noChangeArrowheads="1" noChangeShapeType="1" noTextEdit="1"/>
              </p:cNvSpPr>
              <p:nvPr/>
            </p:nvSpPr>
            <p:spPr>
              <a:xfrm>
                <a:off x="3499945" y="4566461"/>
                <a:ext cx="310085" cy="161583"/>
              </a:xfrm>
              <a:prstGeom prst="rect">
                <a:avLst/>
              </a:prstGeom>
              <a:blipFill>
                <a:blip r:embed="rId29"/>
                <a:stretch>
                  <a:fillRect l="-7692" r="-7692" b="-7143"/>
                </a:stretch>
              </a:blipFill>
              <a:ln>
                <a:solidFill>
                  <a:schemeClr val="bg1">
                    <a:lumMod val="50000"/>
                  </a:schemeClr>
                </a:solidFill>
              </a:ln>
            </p:spPr>
            <p:txBody>
              <a:bodyPr/>
              <a:lstStyle/>
              <a:p>
                <a:r>
                  <a:rPr lang="en-GB">
                    <a:noFill/>
                  </a:rPr>
                  <a:t> </a:t>
                </a:r>
              </a:p>
            </p:txBody>
          </p:sp>
        </mc:Fallback>
      </mc:AlternateContent>
      <p:cxnSp>
        <p:nvCxnSpPr>
          <p:cNvPr id="132" name="Connecteur droit avec flèche 131">
            <a:extLst>
              <a:ext uri="{FF2B5EF4-FFF2-40B4-BE49-F238E27FC236}">
                <a16:creationId xmlns:a16="http://schemas.microsoft.com/office/drawing/2014/main" id="{7E11AD22-138C-7C08-9EEA-852B162C268A}"/>
              </a:ext>
            </a:extLst>
          </p:cNvPr>
          <p:cNvCxnSpPr>
            <a:cxnSpLocks/>
            <a:stCxn id="122" idx="3"/>
            <a:endCxn id="131" idx="1"/>
          </p:cNvCxnSpPr>
          <p:nvPr/>
        </p:nvCxnSpPr>
        <p:spPr>
          <a:xfrm>
            <a:off x="3163356" y="4643725"/>
            <a:ext cx="336589" cy="352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79F95DB4-AF97-085B-D881-992CAFEA1415}"/>
              </a:ext>
            </a:extLst>
          </p:cNvPr>
          <p:cNvCxnSpPr>
            <a:cxnSpLocks/>
            <a:stCxn id="131" idx="0"/>
          </p:cNvCxnSpPr>
          <p:nvPr/>
        </p:nvCxnSpPr>
        <p:spPr>
          <a:xfrm flipV="1">
            <a:off x="3654988" y="4016643"/>
            <a:ext cx="0" cy="549818"/>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9" name="ZoneTexte 138">
                <a:extLst>
                  <a:ext uri="{FF2B5EF4-FFF2-40B4-BE49-F238E27FC236}">
                    <a16:creationId xmlns:a16="http://schemas.microsoft.com/office/drawing/2014/main" id="{A41A028D-EDB5-FEE7-0B7F-D77DE7F2AB7A}"/>
                  </a:ext>
                </a:extLst>
              </p:cNvPr>
              <p:cNvSpPr txBox="1"/>
              <p:nvPr/>
            </p:nvSpPr>
            <p:spPr>
              <a:xfrm>
                <a:off x="3586384" y="3870602"/>
                <a:ext cx="144914" cy="138499"/>
              </a:xfrm>
              <a:prstGeom prst="rect">
                <a:avLst/>
              </a:prstGeom>
              <a:noFill/>
            </p:spPr>
            <p:txBody>
              <a:bodyPr wrap="square" lIns="0" tIns="0" rIns="0" bIns="0" rtlCol="0" anchor="ctr">
                <a:spAutoFit/>
              </a:bodyPr>
              <a:lstStyle/>
              <a:p>
                <a:pPr/>
                <a14:m>
                  <m:oMathPara xmlns:m="http://schemas.openxmlformats.org/officeDocument/2006/math">
                    <m:oMathParaPr>
                      <m:jc m:val="centerGroup"/>
                    </m:oMathParaPr>
                    <m:oMath xmlns:m="http://schemas.openxmlformats.org/officeDocument/2006/math">
                      <m:r>
                        <a:rPr lang="fr-FR" sz="900" b="0" i="1" smtClean="0">
                          <a:latin typeface="Cambria Math" panose="02040503050406030204" pitchFamily="18" charset="0"/>
                        </a:rPr>
                        <m:t>𝑎𝑧</m:t>
                      </m:r>
                    </m:oMath>
                  </m:oMathPara>
                </a14:m>
                <a:endParaRPr lang="en-GB" sz="900" dirty="0"/>
              </a:p>
            </p:txBody>
          </p:sp>
        </mc:Choice>
        <mc:Fallback xmlns="">
          <p:sp>
            <p:nvSpPr>
              <p:cNvPr id="139" name="ZoneTexte 138">
                <a:extLst>
                  <a:ext uri="{FF2B5EF4-FFF2-40B4-BE49-F238E27FC236}">
                    <a16:creationId xmlns:a16="http://schemas.microsoft.com/office/drawing/2014/main" id="{81A3A50E-0B00-53A7-7F2B-BF824EE321BB}"/>
                  </a:ext>
                </a:extLst>
              </p:cNvPr>
              <p:cNvSpPr txBox="1">
                <a:spLocks noRot="1" noChangeAspect="1" noMove="1" noResize="1" noEditPoints="1" noAdjustHandles="1" noChangeArrowheads="1" noChangeShapeType="1" noTextEdit="1"/>
              </p:cNvSpPr>
              <p:nvPr/>
            </p:nvSpPr>
            <p:spPr>
              <a:xfrm>
                <a:off x="3586384" y="3870602"/>
                <a:ext cx="144914" cy="138499"/>
              </a:xfrm>
              <a:prstGeom prst="rect">
                <a:avLst/>
              </a:prstGeom>
              <a:blipFill>
                <a:blip r:embed="rId30"/>
                <a:stretch>
                  <a:fillRect l="-8333" r="-8333"/>
                </a:stretch>
              </a:blipFill>
            </p:spPr>
            <p:txBody>
              <a:bodyPr/>
              <a:lstStyle/>
              <a:p>
                <a:r>
                  <a:rPr lang="en-GB">
                    <a:noFill/>
                  </a:rPr>
                  <a:t> </a:t>
                </a:r>
              </a:p>
            </p:txBody>
          </p:sp>
        </mc:Fallback>
      </mc:AlternateContent>
      <p:sp>
        <p:nvSpPr>
          <p:cNvPr id="144" name="Ellipse 143">
            <a:extLst>
              <a:ext uri="{FF2B5EF4-FFF2-40B4-BE49-F238E27FC236}">
                <a16:creationId xmlns:a16="http://schemas.microsoft.com/office/drawing/2014/main" id="{E6652F16-C6BB-B0BA-D9C6-0E6D0C187999}"/>
              </a:ext>
            </a:extLst>
          </p:cNvPr>
          <p:cNvSpPr/>
          <p:nvPr/>
        </p:nvSpPr>
        <p:spPr>
          <a:xfrm>
            <a:off x="4069954" y="5998351"/>
            <a:ext cx="92544" cy="90387"/>
          </a:xfrm>
          <a:prstGeom prst="ellipse">
            <a:avLst/>
          </a:prstGeom>
          <a:solidFill>
            <a:srgbClr val="FFFF00">
              <a:alpha val="70000"/>
            </a:srgbClr>
          </a:solidFill>
          <a:ln w="63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6" name="Connecteur en angle 145">
            <a:extLst>
              <a:ext uri="{FF2B5EF4-FFF2-40B4-BE49-F238E27FC236}">
                <a16:creationId xmlns:a16="http://schemas.microsoft.com/office/drawing/2014/main" id="{3CF8ED32-2955-B46B-F59D-DB242F8817D9}"/>
              </a:ext>
            </a:extLst>
          </p:cNvPr>
          <p:cNvCxnSpPr>
            <a:stCxn id="131" idx="2"/>
            <a:endCxn id="144" idx="2"/>
          </p:cNvCxnSpPr>
          <p:nvPr/>
        </p:nvCxnSpPr>
        <p:spPr>
          <a:xfrm rot="16200000" flipH="1">
            <a:off x="3204721" y="5178311"/>
            <a:ext cx="1315501" cy="414966"/>
          </a:xfrm>
          <a:prstGeom prst="bentConnector2">
            <a:avLst/>
          </a:prstGeom>
          <a:ln w="95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48" name="Connecteur droit avec flèche 147">
            <a:extLst>
              <a:ext uri="{FF2B5EF4-FFF2-40B4-BE49-F238E27FC236}">
                <a16:creationId xmlns:a16="http://schemas.microsoft.com/office/drawing/2014/main" id="{3C5F30AD-9F2F-D2F3-77B8-509D8B8A0057}"/>
              </a:ext>
            </a:extLst>
          </p:cNvPr>
          <p:cNvCxnSpPr>
            <a:cxnSpLocks/>
          </p:cNvCxnSpPr>
          <p:nvPr/>
        </p:nvCxnSpPr>
        <p:spPr>
          <a:xfrm flipV="1">
            <a:off x="4110141" y="4835708"/>
            <a:ext cx="0" cy="168354"/>
          </a:xfrm>
          <a:prstGeom prst="straightConnector1">
            <a:avLst/>
          </a:prstGeom>
          <a:ln w="63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9" name="ZoneTexte 148">
                <a:extLst>
                  <a:ext uri="{FF2B5EF4-FFF2-40B4-BE49-F238E27FC236}">
                    <a16:creationId xmlns:a16="http://schemas.microsoft.com/office/drawing/2014/main" id="{FB5D1745-6016-D40D-085E-2E52D3B11038}"/>
                  </a:ext>
                </a:extLst>
              </p:cNvPr>
              <p:cNvSpPr txBox="1"/>
              <p:nvPr/>
            </p:nvSpPr>
            <p:spPr>
              <a:xfrm>
                <a:off x="4160319" y="4784100"/>
                <a:ext cx="16187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bg1">
                                  <a:lumMod val="50000"/>
                                </a:schemeClr>
                              </a:solidFill>
                              <a:latin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rPr>
                            <m:t>𝑠</m:t>
                          </m:r>
                        </m:e>
                        <m:sub>
                          <m:r>
                            <a:rPr lang="fr-FR" sz="1400" b="0" i="1" smtClean="0">
                              <a:solidFill>
                                <a:schemeClr val="bg1">
                                  <a:lumMod val="50000"/>
                                </a:schemeClr>
                              </a:solidFill>
                              <a:latin typeface="Cambria Math" panose="02040503050406030204" pitchFamily="18" charset="0"/>
                            </a:rPr>
                            <m:t>2</m:t>
                          </m:r>
                        </m:sub>
                      </m:sSub>
                    </m:oMath>
                  </m:oMathPara>
                </a14:m>
                <a:endParaRPr lang="en-GB" sz="1400" dirty="0">
                  <a:solidFill>
                    <a:schemeClr val="bg1">
                      <a:lumMod val="50000"/>
                    </a:schemeClr>
                  </a:solidFill>
                </a:endParaRPr>
              </a:p>
            </p:txBody>
          </p:sp>
        </mc:Choice>
        <mc:Fallback xmlns="">
          <p:sp>
            <p:nvSpPr>
              <p:cNvPr id="149" name="ZoneTexte 148">
                <a:extLst>
                  <a:ext uri="{FF2B5EF4-FFF2-40B4-BE49-F238E27FC236}">
                    <a16:creationId xmlns:a16="http://schemas.microsoft.com/office/drawing/2014/main" id="{00F74AF6-8C92-FA55-8FAE-518ADC84AACB}"/>
                  </a:ext>
                </a:extLst>
              </p:cNvPr>
              <p:cNvSpPr txBox="1">
                <a:spLocks noRot="1" noChangeAspect="1" noMove="1" noResize="1" noEditPoints="1" noAdjustHandles="1" noChangeArrowheads="1" noChangeShapeType="1" noTextEdit="1"/>
              </p:cNvSpPr>
              <p:nvPr/>
            </p:nvSpPr>
            <p:spPr>
              <a:xfrm>
                <a:off x="4160319" y="4784100"/>
                <a:ext cx="161871" cy="215444"/>
              </a:xfrm>
              <a:prstGeom prst="rect">
                <a:avLst/>
              </a:prstGeom>
              <a:blipFill>
                <a:blip r:embed="rId32"/>
                <a:stretch>
                  <a:fillRect l="-21429" r="-14286" b="-11111"/>
                </a:stretch>
              </a:blipFill>
            </p:spPr>
            <p:txBody>
              <a:bodyPr/>
              <a:lstStyle/>
              <a:p>
                <a:r>
                  <a:rPr lang="en-GB">
                    <a:noFill/>
                  </a:rPr>
                  <a:t> </a:t>
                </a:r>
              </a:p>
            </p:txBody>
          </p:sp>
        </mc:Fallback>
      </mc:AlternateContent>
      <p:sp>
        <p:nvSpPr>
          <p:cNvPr id="150" name="ZoneTexte 149">
            <a:extLst>
              <a:ext uri="{FF2B5EF4-FFF2-40B4-BE49-F238E27FC236}">
                <a16:creationId xmlns:a16="http://schemas.microsoft.com/office/drawing/2014/main" id="{BFE4CE8C-5A04-AAC0-8272-50BCAC4DF3B7}"/>
              </a:ext>
            </a:extLst>
          </p:cNvPr>
          <p:cNvSpPr txBox="1"/>
          <p:nvPr/>
        </p:nvSpPr>
        <p:spPr>
          <a:xfrm>
            <a:off x="5453842" y="4345016"/>
            <a:ext cx="3563158" cy="1380184"/>
          </a:xfrm>
          <a:prstGeom prst="rect">
            <a:avLst/>
          </a:prstGeom>
          <a:noFill/>
        </p:spPr>
        <p:txBody>
          <a:bodyPr wrap="square" rtlCol="0">
            <a:noAutofit/>
          </a:bodyPr>
          <a:lstStyle/>
          <a:p>
            <a:r>
              <a:rPr lang="en-GB" sz="1400" dirty="0">
                <a:solidFill>
                  <a:schemeClr val="accent2"/>
                </a:solidFill>
              </a:rPr>
              <a:t>Local attention considers the encoder hidden states within a fixed window but allows the aligned position (i.e. the centre of the window) to either follow the decoder timestep or be learned.</a:t>
            </a:r>
            <a:endParaRPr lang="en-GB" sz="1400" noProof="0" dirty="0">
              <a:solidFill>
                <a:schemeClr val="accent2"/>
              </a:solidFill>
            </a:endParaRPr>
          </a:p>
        </p:txBody>
      </p:sp>
      <p:cxnSp>
        <p:nvCxnSpPr>
          <p:cNvPr id="152" name="Connecteur en arc 151">
            <a:extLst>
              <a:ext uri="{FF2B5EF4-FFF2-40B4-BE49-F238E27FC236}">
                <a16:creationId xmlns:a16="http://schemas.microsoft.com/office/drawing/2014/main" id="{D126384F-2803-9130-64FF-7F83A90B77DE}"/>
              </a:ext>
            </a:extLst>
          </p:cNvPr>
          <p:cNvCxnSpPr>
            <a:cxnSpLocks/>
            <a:stCxn id="150" idx="1"/>
            <a:endCxn id="11" idx="1"/>
          </p:cNvCxnSpPr>
          <p:nvPr/>
        </p:nvCxnSpPr>
        <p:spPr>
          <a:xfrm rot="10800000" flipV="1">
            <a:off x="1004376" y="5035107"/>
            <a:ext cx="4449466" cy="454345"/>
          </a:xfrm>
          <a:prstGeom prst="curvedConnector5">
            <a:avLst>
              <a:gd name="adj1" fmla="val 41082"/>
              <a:gd name="adj2" fmla="val 282166"/>
              <a:gd name="adj3" fmla="val 105138"/>
            </a:avLst>
          </a:prstGeom>
          <a:ln>
            <a:solidFill>
              <a:schemeClr val="accent2">
                <a:alpha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FCA618E5-460D-A3EC-8370-7D4A18F9F2A3}"/>
                  </a:ext>
                </a:extLst>
              </p:cNvPr>
              <p:cNvSpPr txBox="1"/>
              <p:nvPr/>
            </p:nvSpPr>
            <p:spPr>
              <a:xfrm>
                <a:off x="3738793" y="4121301"/>
                <a:ext cx="1490432" cy="26750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fr-FR" sz="1100" b="0" i="1" dirty="0" smtClean="0">
                              <a:solidFill>
                                <a:schemeClr val="bg1">
                                  <a:lumMod val="50000"/>
                                </a:schemeClr>
                              </a:solidFill>
                              <a:latin typeface="Cambria Math" panose="02040503050406030204" pitchFamily="18" charset="0"/>
                            </a:rPr>
                          </m:ctrlPr>
                        </m:sSubPr>
                        <m:e>
                          <m:acc>
                            <m:accPr>
                              <m:chr m:val="̂"/>
                              <m:ctrlPr>
                                <a:rPr lang="fr-FR" sz="1100" b="0" i="1" smtClean="0">
                                  <a:solidFill>
                                    <a:schemeClr val="bg1">
                                      <a:lumMod val="50000"/>
                                    </a:schemeClr>
                                  </a:solidFill>
                                  <a:latin typeface="Cambria Math" panose="02040503050406030204" pitchFamily="18" charset="0"/>
                                </a:rPr>
                              </m:ctrlPr>
                            </m:accPr>
                            <m:e>
                              <m:r>
                                <a:rPr lang="fr-FR" sz="1100" b="0" i="1" smtClean="0">
                                  <a:solidFill>
                                    <a:schemeClr val="bg1">
                                      <a:lumMod val="50000"/>
                                    </a:schemeClr>
                                  </a:solidFill>
                                  <a:latin typeface="Cambria Math" panose="02040503050406030204" pitchFamily="18" charset="0"/>
                                </a:rPr>
                                <m:t>𝑆</m:t>
                              </m:r>
                            </m:e>
                          </m:acc>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r>
                        <m:rPr>
                          <m:sty m:val="p"/>
                        </m:rPr>
                        <a:rPr lang="fr-FR" sz="1100" b="0" i="0" dirty="0" smtClean="0">
                          <a:solidFill>
                            <a:schemeClr val="bg1">
                              <a:lumMod val="50000"/>
                            </a:schemeClr>
                          </a:solidFill>
                          <a:latin typeface="Cambria Math" panose="02040503050406030204" pitchFamily="18" charset="0"/>
                        </a:rPr>
                        <m:t>tanh</m:t>
                      </m:r>
                      <m:r>
                        <a:rPr lang="fr-FR" sz="1100" b="0" i="1" dirty="0" smtClean="0">
                          <a:solidFill>
                            <a:schemeClr val="bg1">
                              <a:lumMod val="50000"/>
                            </a:schemeClr>
                          </a:solidFill>
                          <a:latin typeface="Cambria Math" panose="02040503050406030204" pitchFamily="18" charset="0"/>
                        </a:rPr>
                        <m:t>⁡(</m:t>
                      </m:r>
                      <m:r>
                        <a:rPr lang="fr-FR" sz="1100" b="0" i="1" dirty="0" smtClean="0">
                          <a:solidFill>
                            <a:schemeClr val="bg1">
                              <a:lumMod val="50000"/>
                            </a:schemeClr>
                          </a:solidFill>
                          <a:latin typeface="Cambria Math" panose="02040503050406030204" pitchFamily="18" charset="0"/>
                        </a:rPr>
                        <m:t>𝑊</m:t>
                      </m:r>
                      <m:r>
                        <a:rPr lang="fr-FR" sz="1100" b="0" i="1" dirty="0" smtClean="0">
                          <a:solidFill>
                            <a:schemeClr val="bg1">
                              <a:lumMod val="50000"/>
                            </a:schemeClr>
                          </a:solidFill>
                          <a:latin typeface="Cambria Math" panose="02040503050406030204" pitchFamily="18" charset="0"/>
                        </a:rPr>
                        <m:t>[</m:t>
                      </m:r>
                      <m:sSub>
                        <m:sSubPr>
                          <m:ctrlPr>
                            <a:rPr lang="fr-FR" sz="1100" b="0" i="1" dirty="0" smtClean="0">
                              <a:solidFill>
                                <a:schemeClr val="bg1">
                                  <a:lumMod val="50000"/>
                                </a:schemeClr>
                              </a:solidFill>
                              <a:latin typeface="Cambria Math" panose="02040503050406030204" pitchFamily="18" charset="0"/>
                            </a:rPr>
                          </m:ctrlPr>
                        </m:sSubPr>
                        <m:e>
                          <m:r>
                            <a:rPr lang="fr-FR" sz="1100" b="0" i="1" dirty="0" smtClean="0">
                              <a:solidFill>
                                <a:schemeClr val="bg1">
                                  <a:lumMod val="50000"/>
                                </a:schemeClr>
                              </a:solidFill>
                              <a:latin typeface="Cambria Math" panose="02040503050406030204" pitchFamily="18" charset="0"/>
                            </a:rPr>
                            <m:t>𝑐</m:t>
                          </m:r>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sSub>
                        <m:sSubPr>
                          <m:ctrlPr>
                            <a:rPr lang="fr-FR" sz="1100" b="0" i="1" dirty="0" smtClean="0">
                              <a:solidFill>
                                <a:schemeClr val="bg1">
                                  <a:lumMod val="50000"/>
                                </a:schemeClr>
                              </a:solidFill>
                              <a:latin typeface="Cambria Math" panose="02040503050406030204" pitchFamily="18" charset="0"/>
                            </a:rPr>
                          </m:ctrlPr>
                        </m:sSubPr>
                        <m:e>
                          <m:r>
                            <a:rPr lang="fr-FR" sz="1100" b="0" i="1" dirty="0" smtClean="0">
                              <a:solidFill>
                                <a:schemeClr val="bg1">
                                  <a:lumMod val="50000"/>
                                </a:schemeClr>
                              </a:solidFill>
                              <a:latin typeface="Cambria Math" panose="02040503050406030204" pitchFamily="18" charset="0"/>
                            </a:rPr>
                            <m:t>𝑠</m:t>
                          </m:r>
                        </m:e>
                        <m:sub>
                          <m:r>
                            <a:rPr lang="fr-FR" sz="1100" b="0" i="1" dirty="0" smtClean="0">
                              <a:solidFill>
                                <a:schemeClr val="bg1">
                                  <a:lumMod val="50000"/>
                                </a:schemeClr>
                              </a:solidFill>
                              <a:latin typeface="Cambria Math" panose="02040503050406030204" pitchFamily="18" charset="0"/>
                            </a:rPr>
                            <m:t>1</m:t>
                          </m:r>
                        </m:sub>
                      </m:sSub>
                      <m:r>
                        <a:rPr lang="fr-FR" sz="1100" b="0" i="1" dirty="0" smtClean="0">
                          <a:solidFill>
                            <a:schemeClr val="bg1">
                              <a:lumMod val="50000"/>
                            </a:schemeClr>
                          </a:solidFill>
                          <a:latin typeface="Cambria Math" panose="02040503050406030204" pitchFamily="18" charset="0"/>
                        </a:rPr>
                        <m:t>])</m:t>
                      </m:r>
                      <m:r>
                        <a:rPr lang="fr-FR" sz="1100" b="0" i="1" smtClean="0">
                          <a:solidFill>
                            <a:schemeClr val="bg1">
                              <a:lumMod val="50000"/>
                            </a:schemeClr>
                          </a:solidFill>
                          <a:latin typeface="Cambria Math" panose="02040503050406030204" pitchFamily="18" charset="0"/>
                        </a:rPr>
                        <m:t> </m:t>
                      </m:r>
                    </m:oMath>
                  </m:oMathPara>
                </a14:m>
                <a:endParaRPr lang="en-GB" sz="1100" dirty="0">
                  <a:solidFill>
                    <a:schemeClr val="bg1">
                      <a:lumMod val="50000"/>
                    </a:schemeClr>
                  </a:solidFill>
                </a:endParaRPr>
              </a:p>
            </p:txBody>
          </p:sp>
        </mc:Choice>
        <mc:Fallback xmlns="">
          <p:sp>
            <p:nvSpPr>
              <p:cNvPr id="21" name="ZoneTexte 20">
                <a:extLst>
                  <a:ext uri="{FF2B5EF4-FFF2-40B4-BE49-F238E27FC236}">
                    <a16:creationId xmlns:a16="http://schemas.microsoft.com/office/drawing/2014/main" id="{0DD345CD-40FC-A4E5-BACB-3770737EAF66}"/>
                  </a:ext>
                </a:extLst>
              </p:cNvPr>
              <p:cNvSpPr txBox="1">
                <a:spLocks noRot="1" noChangeAspect="1" noMove="1" noResize="1" noEditPoints="1" noAdjustHandles="1" noChangeArrowheads="1" noChangeShapeType="1" noTextEdit="1"/>
              </p:cNvSpPr>
              <p:nvPr/>
            </p:nvSpPr>
            <p:spPr>
              <a:xfrm>
                <a:off x="3738793" y="4121301"/>
                <a:ext cx="1490432" cy="267509"/>
              </a:xfrm>
              <a:prstGeom prst="rect">
                <a:avLst/>
              </a:prstGeom>
              <a:blipFill>
                <a:blip r:embed="rId33"/>
                <a:stretch>
                  <a:fillRect b="-9091"/>
                </a:stretch>
              </a:blipFill>
            </p:spPr>
            <p:txBody>
              <a:bodyPr/>
              <a:lstStyle/>
              <a:p>
                <a:r>
                  <a:rPr lang="en-GB">
                    <a:noFill/>
                  </a:rPr>
                  <a:t> </a:t>
                </a:r>
              </a:p>
            </p:txBody>
          </p:sp>
        </mc:Fallback>
      </mc:AlternateContent>
      <p:cxnSp>
        <p:nvCxnSpPr>
          <p:cNvPr id="40" name="Connecteur en arc 39">
            <a:extLst>
              <a:ext uri="{FF2B5EF4-FFF2-40B4-BE49-F238E27FC236}">
                <a16:creationId xmlns:a16="http://schemas.microsoft.com/office/drawing/2014/main" id="{A5DD5E13-6BB2-9021-BDE1-35B909DD3BD1}"/>
              </a:ext>
            </a:extLst>
          </p:cNvPr>
          <p:cNvCxnSpPr>
            <a:cxnSpLocks/>
            <a:stCxn id="139" idx="3"/>
            <a:endCxn id="113" idx="1"/>
          </p:cNvCxnSpPr>
          <p:nvPr/>
        </p:nvCxnSpPr>
        <p:spPr>
          <a:xfrm>
            <a:off x="3731298" y="3939852"/>
            <a:ext cx="310087" cy="2228385"/>
          </a:xfrm>
          <a:prstGeom prst="curvedConnector3">
            <a:avLst>
              <a:gd name="adj1" fmla="val 50000"/>
            </a:avLst>
          </a:prstGeom>
          <a:ln w="15875" cap="flat" cmpd="sng" algn="ctr">
            <a:solidFill>
              <a:schemeClr val="accent2">
                <a:alpha val="7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07574316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45263</TotalTime>
  <Words>1982</Words>
  <Application>Microsoft Macintosh PowerPoint</Application>
  <PresentationFormat>Grand écran</PresentationFormat>
  <Paragraphs>460</Paragraphs>
  <Slides>16</Slides>
  <Notes>16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16</vt:i4>
      </vt:variant>
    </vt:vector>
  </HeadingPairs>
  <TitlesOfParts>
    <vt:vector size="23" baseType="lpstr">
      <vt:lpstr>-webkit-standard</vt:lpstr>
      <vt:lpstr>Aptos</vt:lpstr>
      <vt:lpstr>Aptos Display</vt:lpstr>
      <vt:lpstr>Arial</vt:lpstr>
      <vt:lpstr>Cambria Math</vt:lpstr>
      <vt:lpstr>ui-sans-serif</vt:lpstr>
      <vt:lpstr>Thème Office</vt:lpstr>
      <vt:lpstr>Attention</vt:lpstr>
      <vt:lpstr>Attention</vt:lpstr>
      <vt:lpstr>Attention</vt:lpstr>
      <vt:lpstr>Attention</vt:lpstr>
      <vt:lpstr>Attention</vt:lpstr>
      <vt:lpstr>Attention</vt:lpstr>
      <vt:lpstr>Attention</vt:lpstr>
      <vt:lpstr>Attention</vt:lpstr>
      <vt:lpstr>Attention</vt:lpstr>
      <vt:lpstr>Attention</vt:lpstr>
      <vt:lpstr>Attention</vt:lpstr>
      <vt:lpstr>Attention</vt:lpstr>
      <vt:lpstr>Attention</vt:lpstr>
      <vt:lpstr>Attention</vt:lpstr>
      <vt:lpstr>Attention</vt:lpstr>
      <vt:lpstr>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382</cp:revision>
  <dcterms:created xsi:type="dcterms:W3CDTF">2024-12-16T21:11:27Z</dcterms:created>
  <dcterms:modified xsi:type="dcterms:W3CDTF">2025-02-17T22:45:05Z</dcterms:modified>
</cp:coreProperties>
</file>